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00" r:id="rId1"/>
  </p:sldMasterIdLst>
  <p:sldIdLst>
    <p:sldId id="256" r:id="rId2"/>
    <p:sldId id="257" r:id="rId3"/>
    <p:sldId id="258" r:id="rId4"/>
    <p:sldId id="259" r:id="rId5"/>
    <p:sldId id="262" r:id="rId6"/>
    <p:sldId id="261" r:id="rId7"/>
    <p:sldId id="260" r:id="rId8"/>
    <p:sldId id="263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74" d="100"/>
          <a:sy n="74" d="100"/>
        </p:scale>
        <p:origin x="1042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3_2">
  <dgm:title val=""/>
  <dgm:desc val=""/>
  <dgm:catLst>
    <dgm:cat type="accent3" pri="11200"/>
  </dgm:catLst>
  <dgm:styleLbl name="node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3"/>
    </dgm:fillClrLst>
    <dgm:linClrLst meth="repeat">
      <a:schemeClr val="accent3"/>
    </dgm:linClrLst>
    <dgm:effectClrLst/>
    <dgm:txLinClrLst/>
    <dgm:txFillClrLst/>
    <dgm:txEffectClrLst/>
  </dgm:styleLbl>
  <dgm:styleLbl name="lnNode1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3"/>
    </dgm:fillClrLst>
    <dgm:linClrLst meth="repeat">
      <a:schemeClr val="accent3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3"/>
    </dgm:fillClrLst>
    <dgm:linClrLst meth="repeat">
      <a:schemeClr val="accent3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/>
    </dgm:fillClrLst>
    <dgm:linClrLst meth="repeat">
      <a:schemeClr val="accent3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3"/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3"/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3"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3">
        <a:shade val="8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3">
        <a:tint val="50000"/>
        <a:alpha val="4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3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42291626-C330-4567-9EAD-32FAB17218B7}" type="doc">
      <dgm:prSet loTypeId="urn:microsoft.com/office/officeart/2005/8/layout/vProcess5" loCatId="process" qsTypeId="urn:microsoft.com/office/officeart/2005/8/quickstyle/simple2" qsCatId="simple" csTypeId="urn:microsoft.com/office/officeart/2005/8/colors/accent3_2" csCatId="accent3" phldr="1"/>
      <dgm:spPr/>
      <dgm:t>
        <a:bodyPr/>
        <a:lstStyle/>
        <a:p>
          <a:endParaRPr lang="en-US"/>
        </a:p>
      </dgm:t>
    </dgm:pt>
    <dgm:pt modelId="{4826E053-035E-40DC-A45B-0D51D5846A9C}">
      <dgm:prSet/>
      <dgm:spPr/>
      <dgm:t>
        <a:bodyPr/>
        <a:lstStyle/>
        <a:p>
          <a:r>
            <a:rPr lang="en-US" dirty="0" err="1"/>
            <a:t>FinanceGuard</a:t>
          </a:r>
          <a:r>
            <a:rPr lang="en-US" dirty="0"/>
            <a:t> is a digital bank that has experienced exponential growth in recent years, reaching 10,000 active customers. However, management has detected a concerning increase in the customer churn rate, which currently stands at 20% annually, resulting in losses amounting to millions.</a:t>
          </a:r>
        </a:p>
      </dgm:t>
    </dgm:pt>
    <dgm:pt modelId="{CB07AF9A-2989-4130-B8F8-466B460697A3}" type="parTrans" cxnId="{B93D98F2-9F9F-415E-B50B-D179D0C5B2FB}">
      <dgm:prSet/>
      <dgm:spPr/>
      <dgm:t>
        <a:bodyPr/>
        <a:lstStyle/>
        <a:p>
          <a:endParaRPr lang="en-US"/>
        </a:p>
      </dgm:t>
    </dgm:pt>
    <dgm:pt modelId="{EEA93658-B42B-4D38-AF25-A4283475EEE3}" type="sibTrans" cxnId="{B93D98F2-9F9F-415E-B50B-D179D0C5B2FB}">
      <dgm:prSet/>
      <dgm:spPr/>
      <dgm:t>
        <a:bodyPr/>
        <a:lstStyle/>
        <a:p>
          <a:endParaRPr lang="en-US"/>
        </a:p>
      </dgm:t>
    </dgm:pt>
    <dgm:pt modelId="{1D83AA7D-1092-4CE4-8B2F-D654D24AB036}">
      <dgm:prSet/>
      <dgm:spPr/>
      <dgm:t>
        <a:bodyPr/>
        <a:lstStyle/>
        <a:p>
          <a:r>
            <a:rPr lang="en-US" dirty="0"/>
            <a:t>Objective: Reduce </a:t>
          </a:r>
          <a:r>
            <a:rPr lang="en-US" dirty="0" err="1"/>
            <a:t>FinanceGuard's</a:t>
          </a:r>
          <a:r>
            <a:rPr lang="en-US" dirty="0"/>
            <a:t> banking churn from 20% annually to 15% annually. A 5% reduction in churn.</a:t>
          </a:r>
        </a:p>
      </dgm:t>
    </dgm:pt>
    <dgm:pt modelId="{DB475C82-C132-4D9E-ABE6-4802FC387455}" type="parTrans" cxnId="{5572BCB5-DD4D-4E6A-A39F-262B54790FB8}">
      <dgm:prSet/>
      <dgm:spPr/>
      <dgm:t>
        <a:bodyPr/>
        <a:lstStyle/>
        <a:p>
          <a:endParaRPr lang="en-US"/>
        </a:p>
      </dgm:t>
    </dgm:pt>
    <dgm:pt modelId="{1B1E4482-7E40-4078-8F4F-E1CA9F626EEC}" type="sibTrans" cxnId="{5572BCB5-DD4D-4E6A-A39F-262B54790FB8}">
      <dgm:prSet/>
      <dgm:spPr/>
      <dgm:t>
        <a:bodyPr/>
        <a:lstStyle/>
        <a:p>
          <a:endParaRPr lang="en-US"/>
        </a:p>
      </dgm:t>
    </dgm:pt>
    <dgm:pt modelId="{21214169-F876-4B6E-B522-87A37C26AC34}">
      <dgm:prSet/>
      <dgm:spPr/>
      <dgm:t>
        <a:bodyPr/>
        <a:lstStyle/>
        <a:p>
          <a:pPr>
            <a:buNone/>
          </a:pPr>
          <a:r>
            <a:rPr lang="en-US" dirty="0"/>
            <a:t>"According to global financial industry studies (such as those published by Bain &amp; Company and Harvard Business Review), acquiring a new customer is between 5 and 25 times more expensive than retaining an existing one. Therefore, the development of this Machine Learning model has a high financial justification, focusing on the efficiency of retention spending."[1]</a:t>
          </a:r>
        </a:p>
      </dgm:t>
    </dgm:pt>
    <dgm:pt modelId="{3C746D35-A275-44DD-A7C9-D1E3BFF2153E}" type="parTrans" cxnId="{541102BE-B21B-4B8F-A433-66664FD9DA2A}">
      <dgm:prSet/>
      <dgm:spPr/>
      <dgm:t>
        <a:bodyPr/>
        <a:lstStyle/>
        <a:p>
          <a:endParaRPr lang="en-US"/>
        </a:p>
      </dgm:t>
    </dgm:pt>
    <dgm:pt modelId="{6987DC2F-1095-4EDD-9461-010CCDD43826}" type="sibTrans" cxnId="{541102BE-B21B-4B8F-A433-66664FD9DA2A}">
      <dgm:prSet/>
      <dgm:spPr/>
      <dgm:t>
        <a:bodyPr/>
        <a:lstStyle/>
        <a:p>
          <a:endParaRPr lang="en-US"/>
        </a:p>
      </dgm:t>
    </dgm:pt>
    <dgm:pt modelId="{723AE656-220D-4FB3-96AF-7BD44704C925}" type="pres">
      <dgm:prSet presAssocID="{42291626-C330-4567-9EAD-32FAB17218B7}" presName="outerComposite" presStyleCnt="0">
        <dgm:presLayoutVars>
          <dgm:chMax val="5"/>
          <dgm:dir/>
          <dgm:resizeHandles val="exact"/>
        </dgm:presLayoutVars>
      </dgm:prSet>
      <dgm:spPr/>
    </dgm:pt>
    <dgm:pt modelId="{75DE3470-D7FB-4A40-9F0E-0F4DD3A7C730}" type="pres">
      <dgm:prSet presAssocID="{42291626-C330-4567-9EAD-32FAB17218B7}" presName="dummyMaxCanvas" presStyleCnt="0">
        <dgm:presLayoutVars/>
      </dgm:prSet>
      <dgm:spPr/>
    </dgm:pt>
    <dgm:pt modelId="{7710E4E2-6D54-4123-9FD7-11E2EDDDDC8F}" type="pres">
      <dgm:prSet presAssocID="{42291626-C330-4567-9EAD-32FAB17218B7}" presName="ThreeNodes_1" presStyleLbl="node1" presStyleIdx="0" presStyleCnt="3">
        <dgm:presLayoutVars>
          <dgm:bulletEnabled val="1"/>
        </dgm:presLayoutVars>
      </dgm:prSet>
      <dgm:spPr/>
    </dgm:pt>
    <dgm:pt modelId="{1AF176F3-546B-41AA-AAC7-F745C5BAA204}" type="pres">
      <dgm:prSet presAssocID="{42291626-C330-4567-9EAD-32FAB17218B7}" presName="ThreeNodes_2" presStyleLbl="node1" presStyleIdx="1" presStyleCnt="3">
        <dgm:presLayoutVars>
          <dgm:bulletEnabled val="1"/>
        </dgm:presLayoutVars>
      </dgm:prSet>
      <dgm:spPr/>
    </dgm:pt>
    <dgm:pt modelId="{5CAA084C-4FE4-4B0B-ACEB-44D924F41EB8}" type="pres">
      <dgm:prSet presAssocID="{42291626-C330-4567-9EAD-32FAB17218B7}" presName="ThreeNodes_3" presStyleLbl="node1" presStyleIdx="2" presStyleCnt="3" custLinFactNeighborX="-1702" custLinFactNeighborY="-1229">
        <dgm:presLayoutVars>
          <dgm:bulletEnabled val="1"/>
        </dgm:presLayoutVars>
      </dgm:prSet>
      <dgm:spPr/>
    </dgm:pt>
    <dgm:pt modelId="{6A6B1C63-400A-4169-90B0-177E518D0C95}" type="pres">
      <dgm:prSet presAssocID="{42291626-C330-4567-9EAD-32FAB17218B7}" presName="ThreeConn_1-2" presStyleLbl="fgAccFollowNode1" presStyleIdx="0" presStyleCnt="2">
        <dgm:presLayoutVars>
          <dgm:bulletEnabled val="1"/>
        </dgm:presLayoutVars>
      </dgm:prSet>
      <dgm:spPr/>
    </dgm:pt>
    <dgm:pt modelId="{76CE7180-8564-4100-B44A-CFA14585E772}" type="pres">
      <dgm:prSet presAssocID="{42291626-C330-4567-9EAD-32FAB17218B7}" presName="ThreeConn_2-3" presStyleLbl="fgAccFollowNode1" presStyleIdx="1" presStyleCnt="2">
        <dgm:presLayoutVars>
          <dgm:bulletEnabled val="1"/>
        </dgm:presLayoutVars>
      </dgm:prSet>
      <dgm:spPr/>
    </dgm:pt>
    <dgm:pt modelId="{5CB6C5C9-35F1-4DEA-8C97-A5A2C3F9A41F}" type="pres">
      <dgm:prSet presAssocID="{42291626-C330-4567-9EAD-32FAB17218B7}" presName="ThreeNodes_1_text" presStyleLbl="node1" presStyleIdx="2" presStyleCnt="3">
        <dgm:presLayoutVars>
          <dgm:bulletEnabled val="1"/>
        </dgm:presLayoutVars>
      </dgm:prSet>
      <dgm:spPr/>
    </dgm:pt>
    <dgm:pt modelId="{EC56F2A7-3D25-4A2C-83C5-FE4D23F8DB7E}" type="pres">
      <dgm:prSet presAssocID="{42291626-C330-4567-9EAD-32FAB17218B7}" presName="ThreeNodes_2_text" presStyleLbl="node1" presStyleIdx="2" presStyleCnt="3">
        <dgm:presLayoutVars>
          <dgm:bulletEnabled val="1"/>
        </dgm:presLayoutVars>
      </dgm:prSet>
      <dgm:spPr/>
    </dgm:pt>
    <dgm:pt modelId="{70EB1034-C6C8-4FE9-862E-37B6E9029434}" type="pres">
      <dgm:prSet presAssocID="{42291626-C330-4567-9EAD-32FAB17218B7}" presName="ThreeNodes_3_text" presStyleLbl="node1" presStyleIdx="2" presStyleCnt="3">
        <dgm:presLayoutVars>
          <dgm:bulletEnabled val="1"/>
        </dgm:presLayoutVars>
      </dgm:prSet>
      <dgm:spPr/>
    </dgm:pt>
  </dgm:ptLst>
  <dgm:cxnLst>
    <dgm:cxn modelId="{C8342114-011D-41C6-815E-6B9CDC354973}" type="presOf" srcId="{42291626-C330-4567-9EAD-32FAB17218B7}" destId="{723AE656-220D-4FB3-96AF-7BD44704C925}" srcOrd="0" destOrd="0" presId="urn:microsoft.com/office/officeart/2005/8/layout/vProcess5"/>
    <dgm:cxn modelId="{E2B7172B-9875-4B18-9E0C-0CDA57A0ECEC}" type="presOf" srcId="{1B1E4482-7E40-4078-8F4F-E1CA9F626EEC}" destId="{76CE7180-8564-4100-B44A-CFA14585E772}" srcOrd="0" destOrd="0" presId="urn:microsoft.com/office/officeart/2005/8/layout/vProcess5"/>
    <dgm:cxn modelId="{4CA2145C-F017-4016-9D04-9D77184F6CE9}" type="presOf" srcId="{4826E053-035E-40DC-A45B-0D51D5846A9C}" destId="{5CB6C5C9-35F1-4DEA-8C97-A5A2C3F9A41F}" srcOrd="1" destOrd="0" presId="urn:microsoft.com/office/officeart/2005/8/layout/vProcess5"/>
    <dgm:cxn modelId="{3BE71A42-13F8-4D1E-819C-2071BCBE5D60}" type="presOf" srcId="{4826E053-035E-40DC-A45B-0D51D5846A9C}" destId="{7710E4E2-6D54-4123-9FD7-11E2EDDDDC8F}" srcOrd="0" destOrd="0" presId="urn:microsoft.com/office/officeart/2005/8/layout/vProcess5"/>
    <dgm:cxn modelId="{BDCBC64B-695C-4DF4-A54E-E224A04505B2}" type="presOf" srcId="{21214169-F876-4B6E-B522-87A37C26AC34}" destId="{5CAA084C-4FE4-4B0B-ACEB-44D924F41EB8}" srcOrd="0" destOrd="0" presId="urn:microsoft.com/office/officeart/2005/8/layout/vProcess5"/>
    <dgm:cxn modelId="{AB2E5193-3A1D-4AC3-ADF5-13FDB3188A2B}" type="presOf" srcId="{EEA93658-B42B-4D38-AF25-A4283475EEE3}" destId="{6A6B1C63-400A-4169-90B0-177E518D0C95}" srcOrd="0" destOrd="0" presId="urn:microsoft.com/office/officeart/2005/8/layout/vProcess5"/>
    <dgm:cxn modelId="{025DFE95-FB84-43DB-B718-C36F34F748AF}" type="presOf" srcId="{21214169-F876-4B6E-B522-87A37C26AC34}" destId="{70EB1034-C6C8-4FE9-862E-37B6E9029434}" srcOrd="1" destOrd="0" presId="urn:microsoft.com/office/officeart/2005/8/layout/vProcess5"/>
    <dgm:cxn modelId="{5572BCB5-DD4D-4E6A-A39F-262B54790FB8}" srcId="{42291626-C330-4567-9EAD-32FAB17218B7}" destId="{1D83AA7D-1092-4CE4-8B2F-D654D24AB036}" srcOrd="1" destOrd="0" parTransId="{DB475C82-C132-4D9E-ABE6-4802FC387455}" sibTransId="{1B1E4482-7E40-4078-8F4F-E1CA9F626EEC}"/>
    <dgm:cxn modelId="{541102BE-B21B-4B8F-A433-66664FD9DA2A}" srcId="{42291626-C330-4567-9EAD-32FAB17218B7}" destId="{21214169-F876-4B6E-B522-87A37C26AC34}" srcOrd="2" destOrd="0" parTransId="{3C746D35-A275-44DD-A7C9-D1E3BFF2153E}" sibTransId="{6987DC2F-1095-4EDD-9461-010CCDD43826}"/>
    <dgm:cxn modelId="{BFF8D8E5-F832-4936-A570-D193E681A08F}" type="presOf" srcId="{1D83AA7D-1092-4CE4-8B2F-D654D24AB036}" destId="{EC56F2A7-3D25-4A2C-83C5-FE4D23F8DB7E}" srcOrd="1" destOrd="0" presId="urn:microsoft.com/office/officeart/2005/8/layout/vProcess5"/>
    <dgm:cxn modelId="{6E62DEEA-23E0-4BAD-903D-43ED188CD361}" type="presOf" srcId="{1D83AA7D-1092-4CE4-8B2F-D654D24AB036}" destId="{1AF176F3-546B-41AA-AAC7-F745C5BAA204}" srcOrd="0" destOrd="0" presId="urn:microsoft.com/office/officeart/2005/8/layout/vProcess5"/>
    <dgm:cxn modelId="{B93D98F2-9F9F-415E-B50B-D179D0C5B2FB}" srcId="{42291626-C330-4567-9EAD-32FAB17218B7}" destId="{4826E053-035E-40DC-A45B-0D51D5846A9C}" srcOrd="0" destOrd="0" parTransId="{CB07AF9A-2989-4130-B8F8-466B460697A3}" sibTransId="{EEA93658-B42B-4D38-AF25-A4283475EEE3}"/>
    <dgm:cxn modelId="{10B2F577-A1CC-410D-956F-B16BC94F386E}" type="presParOf" srcId="{723AE656-220D-4FB3-96AF-7BD44704C925}" destId="{75DE3470-D7FB-4A40-9F0E-0F4DD3A7C730}" srcOrd="0" destOrd="0" presId="urn:microsoft.com/office/officeart/2005/8/layout/vProcess5"/>
    <dgm:cxn modelId="{3896FEFC-F4E1-4715-BBFA-E35ECAD09F81}" type="presParOf" srcId="{723AE656-220D-4FB3-96AF-7BD44704C925}" destId="{7710E4E2-6D54-4123-9FD7-11E2EDDDDC8F}" srcOrd="1" destOrd="0" presId="urn:microsoft.com/office/officeart/2005/8/layout/vProcess5"/>
    <dgm:cxn modelId="{D6C1E786-9037-43AD-88DD-A5AFF165682D}" type="presParOf" srcId="{723AE656-220D-4FB3-96AF-7BD44704C925}" destId="{1AF176F3-546B-41AA-AAC7-F745C5BAA204}" srcOrd="2" destOrd="0" presId="urn:microsoft.com/office/officeart/2005/8/layout/vProcess5"/>
    <dgm:cxn modelId="{32EDE0EA-EA43-4ACB-9AAB-93ED75F6BAF0}" type="presParOf" srcId="{723AE656-220D-4FB3-96AF-7BD44704C925}" destId="{5CAA084C-4FE4-4B0B-ACEB-44D924F41EB8}" srcOrd="3" destOrd="0" presId="urn:microsoft.com/office/officeart/2005/8/layout/vProcess5"/>
    <dgm:cxn modelId="{96A8D924-D696-494C-9A30-308E776831A3}" type="presParOf" srcId="{723AE656-220D-4FB3-96AF-7BD44704C925}" destId="{6A6B1C63-400A-4169-90B0-177E518D0C95}" srcOrd="4" destOrd="0" presId="urn:microsoft.com/office/officeart/2005/8/layout/vProcess5"/>
    <dgm:cxn modelId="{46701CDC-BF5B-44AA-B75D-453A80D8EE50}" type="presParOf" srcId="{723AE656-220D-4FB3-96AF-7BD44704C925}" destId="{76CE7180-8564-4100-B44A-CFA14585E772}" srcOrd="5" destOrd="0" presId="urn:microsoft.com/office/officeart/2005/8/layout/vProcess5"/>
    <dgm:cxn modelId="{D3BD805C-2A7F-4B71-A381-16E6ACC91B1B}" type="presParOf" srcId="{723AE656-220D-4FB3-96AF-7BD44704C925}" destId="{5CB6C5C9-35F1-4DEA-8C97-A5A2C3F9A41F}" srcOrd="6" destOrd="0" presId="urn:microsoft.com/office/officeart/2005/8/layout/vProcess5"/>
    <dgm:cxn modelId="{5D9D8D16-2092-4EDD-982E-5C2CB9E6EC93}" type="presParOf" srcId="{723AE656-220D-4FB3-96AF-7BD44704C925}" destId="{EC56F2A7-3D25-4A2C-83C5-FE4D23F8DB7E}" srcOrd="7" destOrd="0" presId="urn:microsoft.com/office/officeart/2005/8/layout/vProcess5"/>
    <dgm:cxn modelId="{0560A7AC-1A40-44E9-9612-AD2BF520B64D}" type="presParOf" srcId="{723AE656-220D-4FB3-96AF-7BD44704C925}" destId="{70EB1034-C6C8-4FE9-862E-37B6E9029434}" srcOrd="8" destOrd="0" presId="urn:microsoft.com/office/officeart/2005/8/layout/vProcess5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710E4E2-6D54-4123-9FD7-11E2EDDDDC8F}">
      <dsp:nvSpPr>
        <dsp:cNvPr id="0" name=""/>
        <dsp:cNvSpPr/>
      </dsp:nvSpPr>
      <dsp:spPr>
        <a:xfrm>
          <a:off x="0" y="0"/>
          <a:ext cx="6355085" cy="1600199"/>
        </a:xfrm>
        <a:prstGeom prst="roundRect">
          <a:avLst>
            <a:gd name="adj" fmla="val 1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49530" tIns="49530" rIns="49530" bIns="49530" numCol="1" spcCol="1270" anchor="ctr" anchorCtr="0">
          <a:noAutofit/>
        </a:bodyPr>
        <a:lstStyle/>
        <a:p>
          <a:pPr marL="0" lvl="0" indent="0" algn="l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 dirty="0" err="1"/>
            <a:t>FinanceGuard</a:t>
          </a:r>
          <a:r>
            <a:rPr lang="en-US" sz="1300" kern="1200" dirty="0"/>
            <a:t> is a digital bank that has experienced exponential growth in recent years, reaching 10,000 active customers. However, management has detected a concerning increase in the customer churn rate, which currently stands at 20% annually, resulting in losses amounting to millions.</a:t>
          </a:r>
        </a:p>
      </dsp:txBody>
      <dsp:txXfrm>
        <a:off x="46868" y="46868"/>
        <a:ext cx="4628345" cy="1506463"/>
      </dsp:txXfrm>
    </dsp:sp>
    <dsp:sp modelId="{1AF176F3-546B-41AA-AAC7-F745C5BAA204}">
      <dsp:nvSpPr>
        <dsp:cNvPr id="0" name=""/>
        <dsp:cNvSpPr/>
      </dsp:nvSpPr>
      <dsp:spPr>
        <a:xfrm>
          <a:off x="560742" y="1866899"/>
          <a:ext cx="6355085" cy="1600199"/>
        </a:xfrm>
        <a:prstGeom prst="roundRect">
          <a:avLst>
            <a:gd name="adj" fmla="val 1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49530" tIns="49530" rIns="49530" bIns="49530" numCol="1" spcCol="1270" anchor="ctr" anchorCtr="0">
          <a:noAutofit/>
        </a:bodyPr>
        <a:lstStyle/>
        <a:p>
          <a:pPr marL="0" lvl="0" indent="0" algn="l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 dirty="0"/>
            <a:t>Objective: Reduce </a:t>
          </a:r>
          <a:r>
            <a:rPr lang="en-US" sz="1300" kern="1200" dirty="0" err="1"/>
            <a:t>FinanceGuard's</a:t>
          </a:r>
          <a:r>
            <a:rPr lang="en-US" sz="1300" kern="1200" dirty="0"/>
            <a:t> banking churn from 20% annually to 15% annually. A 5% reduction in churn.</a:t>
          </a:r>
        </a:p>
      </dsp:txBody>
      <dsp:txXfrm>
        <a:off x="607610" y="1913767"/>
        <a:ext cx="4660476" cy="1506463"/>
      </dsp:txXfrm>
    </dsp:sp>
    <dsp:sp modelId="{5CAA084C-4FE4-4B0B-ACEB-44D924F41EB8}">
      <dsp:nvSpPr>
        <dsp:cNvPr id="0" name=""/>
        <dsp:cNvSpPr/>
      </dsp:nvSpPr>
      <dsp:spPr>
        <a:xfrm>
          <a:off x="1013322" y="3714132"/>
          <a:ext cx="6355085" cy="1600199"/>
        </a:xfrm>
        <a:prstGeom prst="roundRect">
          <a:avLst>
            <a:gd name="adj" fmla="val 1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49530" tIns="49530" rIns="49530" bIns="49530" numCol="1" spcCol="1270" anchor="ctr" anchorCtr="0">
          <a:noAutofit/>
        </a:bodyPr>
        <a:lstStyle/>
        <a:p>
          <a:pPr marL="0" lvl="0" indent="0" algn="l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 dirty="0"/>
            <a:t>"According to global financial industry studies (such as those published by Bain &amp; Company and Harvard Business Review), acquiring a new customer is between 5 and 25 times more expensive than retaining an existing one. Therefore, the development of this Machine Learning model has a high financial justification, focusing on the efficiency of retention spending."[1]</a:t>
          </a:r>
        </a:p>
      </dsp:txBody>
      <dsp:txXfrm>
        <a:off x="1060190" y="3761000"/>
        <a:ext cx="4660476" cy="1506463"/>
      </dsp:txXfrm>
    </dsp:sp>
    <dsp:sp modelId="{6A6B1C63-400A-4169-90B0-177E518D0C95}">
      <dsp:nvSpPr>
        <dsp:cNvPr id="0" name=""/>
        <dsp:cNvSpPr/>
      </dsp:nvSpPr>
      <dsp:spPr>
        <a:xfrm>
          <a:off x="5314955" y="1213484"/>
          <a:ext cx="1040129" cy="1040129"/>
        </a:xfrm>
        <a:prstGeom prst="downArrow">
          <a:avLst>
            <a:gd name="adj1" fmla="val 55000"/>
            <a:gd name="adj2" fmla="val 45000"/>
          </a:avLst>
        </a:prstGeom>
        <a:solidFill>
          <a:schemeClr val="accent3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3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3600" kern="1200"/>
        </a:p>
      </dsp:txBody>
      <dsp:txXfrm>
        <a:off x="5548984" y="1213484"/>
        <a:ext cx="572071" cy="782697"/>
      </dsp:txXfrm>
    </dsp:sp>
    <dsp:sp modelId="{76CE7180-8564-4100-B44A-CFA14585E772}">
      <dsp:nvSpPr>
        <dsp:cNvPr id="0" name=""/>
        <dsp:cNvSpPr/>
      </dsp:nvSpPr>
      <dsp:spPr>
        <a:xfrm>
          <a:off x="5875698" y="3069716"/>
          <a:ext cx="1040129" cy="1040129"/>
        </a:xfrm>
        <a:prstGeom prst="downArrow">
          <a:avLst>
            <a:gd name="adj1" fmla="val 55000"/>
            <a:gd name="adj2" fmla="val 45000"/>
          </a:avLst>
        </a:prstGeom>
        <a:solidFill>
          <a:schemeClr val="accent3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3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3600" kern="1200"/>
        </a:p>
      </dsp:txBody>
      <dsp:txXfrm>
        <a:off x="6109727" y="3069716"/>
        <a:ext cx="572071" cy="782697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Process5">
  <dgm:title val=""/>
  <dgm:desc val=""/>
  <dgm:catLst>
    <dgm:cat type="process" pri="1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</dgm:cxnLst>
      <dgm:bg/>
      <dgm:whole/>
    </dgm:dataModel>
  </dgm:clrData>
  <dgm:layoutNode name="outerComposite">
    <dgm:varLst>
      <dgm:chMax val="5"/>
      <dgm:dir/>
      <dgm:resizeHandles val="exact"/>
    </dgm:varLst>
    <dgm:alg type="composite"/>
    <dgm:shape xmlns:r="http://schemas.openxmlformats.org/officeDocument/2006/relationships" r:blip="">
      <dgm:adjLst/>
    </dgm:shape>
    <dgm:presOf/>
    <dgm:choose name="Name0">
      <dgm:if name="Name1" func="var" arg="dir" op="equ" val="norm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l" for="ch" forName="TwoNodes_1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r" for="ch" forName="TwoNodes_2" refType="w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r" for="ch" forName="TwoConn_1-2" refType="r" refFor="ch" refForName="TwoNodes_1"/>
          <dgm:constr type="r" for="ch" forName="TwoNodes_1_text" refType="l" refFor="ch" refForName="TwoConn_1-2"/>
          <dgm:constr type="rOff" for="ch" forName="TwoNodes_1_text" refType="w" refFor="ch" refForName="TwoConn_1-2" fact="-0.5"/>
          <dgm:constr type="t" for="ch" forName="TwoNodes_1_text" refType="t" refFor="ch" refForName="TwoNodes_1"/>
          <dgm:constr type="b" for="ch" forName="TwoNodes_1_text" refType="b" refFor="ch" refForName="TwoNodes_1"/>
          <dgm:constr type="l" for="ch" forName="TwoNodes_1_text" refType="l" refFor="ch" refForName="TwoNodes_1"/>
          <dgm:constr type="r" for="ch" forName="TwoNodes_2_text" refType="l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l" for="ch" forName="TwoNodes_2_text" refType="l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l" for="ch" forName="ThreeNodes_1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r" for="ch" forName="ThreeNodes_3" refType="w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r" for="ch" forName="ThreeConn_1-2" refType="r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r" for="ch" forName="ThreeConn_2-3" refType="r" refFor="ch" refForName="ThreeNodes_2"/>
          <dgm:constr type="r" for="ch" forName="ThreeNodes_1_text" refType="l" refFor="ch" refForName="ThreeConn_1-2"/>
          <dgm:constr type="rOff" for="ch" forName="ThreeNodes_1_text" refType="w" refFor="ch" refForName="ThreeConn_1-2" fact="-0.57"/>
          <dgm:constr type="t" for="ch" forName="ThreeNodes_1_text" refType="t" refFor="ch" refForName="ThreeNodes_1"/>
          <dgm:constr type="b" for="ch" forName="ThreeNodes_1_text" refType="b" refFor="ch" refForName="ThreeNodes_1"/>
          <dgm:constr type="l" for="ch" forName="ThreeNodes_1_text" refType="l" refFor="ch" refForName="ThreeNodes_1"/>
          <dgm:constr type="r" for="ch" forName="ThreeNodes_2_text" refType="l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l" for="ch" forName="ThreeNodes_2_text" refType="l" refFor="ch" refForName="ThreeNodes_2"/>
          <dgm:constr type="r" for="ch" forName="ThreeNodes_3_text" refType="l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l" for="ch" forName="ThreeNodes_3_text" refType="l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l" for="ch" forName="FourNodes_1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467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533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r" for="ch" forName="FourNodes_4" refType="w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r" for="ch" forName="FourConn_1-2" refType="r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r" for="ch" forName="FourConn_2-3" refType="r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r" for="ch" forName="FourConn_3-4" refType="r" refFor="ch" refForName="FourNodes_3"/>
          <dgm:constr type="r" for="ch" forName="FourNodes_1_text" refType="l" refFor="ch" refForName="FourConn_1-2"/>
          <dgm:constr type="rOff" for="ch" forName="FourNodes_1_text" refType="w" refFor="ch" refForName="FourConn_1-2" fact="-0.7"/>
          <dgm:constr type="t" for="ch" forName="FourNodes_1_text" refType="t" refFor="ch" refForName="FourNodes_1"/>
          <dgm:constr type="b" for="ch" forName="FourNodes_1_text" refType="b" refFor="ch" refForName="FourNodes_1"/>
          <dgm:constr type="l" for="ch" forName="FourNodes_1_text" refType="l" refFor="ch" refForName="FourNodes_1"/>
          <dgm:constr type="r" for="ch" forName="FourNodes_2_text" refType="l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l" for="ch" forName="FourNodes_2_text" refType="l" refFor="ch" refForName="FourNodes_2"/>
          <dgm:constr type="r" for="ch" forName="FourNodes_3_text" refType="l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l" for="ch" forName="FourNodes_3_text" refType="l" refFor="ch" refForName="FourNodes_3"/>
          <dgm:constr type="r" for="ch" forName="FourNodes_4_text" refType="l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l" for="ch" forName="FourNodes_4_text" refType="l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l" for="ch" forName="FiveNodes_1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442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557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r" for="ch" forName="FiveNodes_5" refType="w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r" for="ch" forName="FiveConn_1-2" refType="r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r" for="ch" forName="FiveConn_2-3" refType="r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r" for="ch" forName="FiveConn_3-4" refType="r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r" for="ch" forName="FiveConn_4-5" refType="r" refFor="ch" refForName="FiveNodes_4"/>
          <dgm:constr type="r" for="ch" forName="FiveNodes_1_text" refType="l" refFor="ch" refForName="FiveConn_1-2"/>
          <dgm:constr type="rOff" for="ch" forName="FiveNodes_1_text" refType="w" refFor="ch" refForName="FiveConn_1-2" fact="-0.75"/>
          <dgm:constr type="t" for="ch" forName="FiveNodes_1_text" refType="t" refFor="ch" refForName="FiveNodes_1"/>
          <dgm:constr type="b" for="ch" forName="FiveNodes_1_text" refType="b" refFor="ch" refForName="FiveNodes_1"/>
          <dgm:constr type="l" for="ch" forName="FiveNodes_1_text" refType="l" refFor="ch" refForName="FiveNodes_1"/>
          <dgm:constr type="r" for="ch" forName="FiveNodes_2_text" refType="l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l" for="ch" forName="FiveNodes_2_text" refType="l" refFor="ch" refForName="FiveNodes_2"/>
          <dgm:constr type="r" for="ch" forName="FiveNodes_3_text" refType="l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l" for="ch" forName="FiveNodes_3_text" refType="l" refFor="ch" refForName="FiveNodes_3"/>
          <dgm:constr type="r" for="ch" forName="FiveNodes_4_text" refType="l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l" for="ch" forName="FiveNodes_4_text" refType="l" refFor="ch" refForName="FiveNodes_4"/>
          <dgm:constr type="r" for="ch" forName="FiveNodes_5_text" refType="l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l" for="ch" forName="FiveNodes_5_text" refType="l" refFor="ch" refForName="FiveNodes_5"/>
        </dgm:constrLst>
      </dgm:if>
      <dgm:else name="Name2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r" for="ch" forName="TwoNodes_1" refType="w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l" for="ch" forName="TwoNodes_2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l" for="ch" forName="TwoConn_1-2" refType="l" refFor="ch" refForName="TwoNodes_1"/>
          <dgm:constr type="l" for="ch" forName="TwoNodes_1_text" refType="r" refFor="ch" refForName="TwoConn_1-2"/>
          <dgm:constr type="lOff" for="ch" forName="TwoNodes_1_text" refType="w" refFor="ch" refForName="TwoConn_1-2" fact="0.5"/>
          <dgm:constr type="t" for="ch" forName="TwoNodes_1_text" refType="t" refFor="ch" refForName="TwoNodes_1"/>
          <dgm:constr type="b" for="ch" forName="TwoNodes_1_text" refType="b" refFor="ch" refForName="TwoNodes_1"/>
          <dgm:constr type="r" for="ch" forName="TwoNodes_1_text" refType="r" refFor="ch" refForName="TwoNodes_1"/>
          <dgm:constr type="l" for="ch" forName="TwoNodes_2_text" refType="r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r" for="ch" forName="TwoNodes_2_text" refType="r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r" for="ch" forName="ThreeNodes_1" refType="w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l" for="ch" forName="ThreeNodes_3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l" for="ch" forName="ThreeConn_1-2" refType="l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l" for="ch" forName="ThreeConn_2-3" refType="l" refFor="ch" refForName="ThreeNodes_2"/>
          <dgm:constr type="l" for="ch" forName="ThreeNodes_1_text" refType="r" refFor="ch" refForName="ThreeConn_1-2"/>
          <dgm:constr type="lOff" for="ch" forName="ThreeNodes_1_text" refType="w" refFor="ch" refForName="ThreeConn_1-2" fact="0.55"/>
          <dgm:constr type="t" for="ch" forName="ThreeNodes_1_text" refType="t" refFor="ch" refForName="ThreeNodes_1"/>
          <dgm:constr type="b" for="ch" forName="ThreeNodes_1_text" refType="b" refFor="ch" refForName="ThreeNodes_1"/>
          <dgm:constr type="r" for="ch" forName="ThreeNodes_1_text" refType="r" refFor="ch" refForName="ThreeNodes_1"/>
          <dgm:constr type="l" for="ch" forName="ThreeNodes_2_text" refType="r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r" for="ch" forName="ThreeNodes_2_text" refType="r" refFor="ch" refForName="ThreeNodes_2"/>
          <dgm:constr type="l" for="ch" forName="ThreeNodes_3_text" refType="r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r" for="ch" forName="ThreeNodes_3_text" refType="r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r" for="ch" forName="FourNodes_1" refType="w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533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467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l" for="ch" forName="FourNodes_4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l" for="ch" forName="FourConn_1-2" refType="l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l" for="ch" forName="FourConn_2-3" refType="l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l" for="ch" forName="FourConn_3-4" refType="l" refFor="ch" refForName="FourNodes_3"/>
          <dgm:constr type="l" for="ch" forName="FourNodes_1_text" refType="r" refFor="ch" refForName="FourConn_1-2"/>
          <dgm:constr type="lOff" for="ch" forName="FourNodes_1_text" refType="w" refFor="ch" refForName="FourConn_1-2" fact="0.69"/>
          <dgm:constr type="t" for="ch" forName="FourNodes_1_text" refType="t" refFor="ch" refForName="FourNodes_1"/>
          <dgm:constr type="b" for="ch" forName="FourNodes_1_text" refType="b" refFor="ch" refForName="FourNodes_1"/>
          <dgm:constr type="r" for="ch" forName="FourNodes_1_text" refType="r" refFor="ch" refForName="FourNodes_1"/>
          <dgm:constr type="l" for="ch" forName="FourNodes_2_text" refType="r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r" for="ch" forName="FourNodes_2_text" refType="r" refFor="ch" refForName="FourNodes_2"/>
          <dgm:constr type="l" for="ch" forName="FourNodes_3_text" refType="r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r" for="ch" forName="FourNodes_3_text" refType="r" refFor="ch" refForName="FourNodes_3"/>
          <dgm:constr type="l" for="ch" forName="FourNodes_4_text" refType="r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r" for="ch" forName="FourNodes_4_text" refType="r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r" for="ch" forName="FiveNodes_1" refType="w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557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442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l" for="ch" forName="FiveNodes_5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l" for="ch" forName="FiveConn_1-2" refType="l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l" for="ch" forName="FiveConn_2-3" refType="l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l" for="ch" forName="FiveConn_3-4" refType="l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l" for="ch" forName="FiveConn_4-5" refType="l" refFor="ch" refForName="FiveNodes_4"/>
          <dgm:constr type="l" for="ch" forName="FiveNodes_1_text" refType="r" refFor="ch" refForName="FiveConn_1-2"/>
          <dgm:constr type="lOff" for="ch" forName="FiveNodes_1_text" refType="w" refFor="ch" refForName="FiveConn_1-2" fact="0.73"/>
          <dgm:constr type="t" for="ch" forName="FiveNodes_1_text" refType="t" refFor="ch" refForName="FiveNodes_1"/>
          <dgm:constr type="b" for="ch" forName="FiveNodes_1_text" refType="b" refFor="ch" refForName="FiveNodes_1"/>
          <dgm:constr type="r" for="ch" forName="FiveNodes_1_text" refType="r" refFor="ch" refForName="FiveNodes_1"/>
          <dgm:constr type="l" for="ch" forName="FiveNodes_2_text" refType="r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r" for="ch" forName="FiveNodes_2_text" refType="r" refFor="ch" refForName="FiveNodes_2"/>
          <dgm:constr type="l" for="ch" forName="FiveNodes_3_text" refType="r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r" for="ch" forName="FiveNodes_3_text" refType="r" refFor="ch" refForName="FiveNodes_3"/>
          <dgm:constr type="l" for="ch" forName="FiveNodes_4_text" refType="r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r" for="ch" forName="FiveNodes_4_text" refType="r" refFor="ch" refForName="FiveNodes_4"/>
          <dgm:constr type="l" for="ch" forName="FiveNodes_5_text" refType="r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r" for="ch" forName="FiveNodes_5_text" refType="r" refFor="ch" refForName="FiveNodes_5"/>
        </dgm:constrLst>
      </dgm:else>
    </dgm:choose>
    <dgm:ruleLst/>
    <dgm:layoutNode name="dummyMaxCanvas">
      <dgm:varLst/>
      <dgm:alg type="sp"/>
      <dgm:shape xmlns:r="http://schemas.openxmlformats.org/officeDocument/2006/relationships" r:blip="">
        <dgm:adjLst/>
      </dgm:shape>
      <dgm:presOf/>
      <dgm:constrLst/>
      <dgm:ruleLst/>
    </dgm:layoutNode>
    <dgm:choose name="Name3">
      <dgm:if name="Name4" axis="ch" ptType="node" func="cnt" op="equ" val="1">
        <dgm:layoutNode name="OneNode_1">
          <dgm:varLst>
            <dgm:bulletEnabled val="1"/>
          </dgm:varLst>
          <dgm:alg type="tx"/>
          <dgm:shape xmlns:r="http://schemas.openxmlformats.org/officeDocument/2006/relationships" type="roundRect" r:blip="">
            <dgm:adjLst>
              <dgm:adj idx="1" val="0.1"/>
            </dgm:adjLst>
          </dgm:shape>
          <dgm:presOf axis="ch desOrSelf" ptType="node node" st="1 1" cnt="1 0"/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if>
      <dgm:else name="Name5">
        <dgm:choose name="Name6">
          <dgm:if name="Name7" axis="ch" ptType="node" func="cnt" op="equ" val="2">
            <dgm:layoutNode name="TwoNodes_1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1 1" cnt="1 0"/>
              <dgm:constrLst/>
              <dgm:ruleLst/>
            </dgm:layoutNode>
            <dgm:layoutNode name="TwoNodes_2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2 1" cnt="1 0"/>
              <dgm:constrLst/>
              <dgm:ruleLst/>
            </dgm:layoutNode>
            <dgm:layoutNode name="TwoConn_1-2" styleLbl="fgAccFollowNode1">
              <dgm:varLst>
                <dgm:bulletEnabled val="1"/>
              </dgm:varLst>
              <dgm:alg type="tx"/>
              <dgm:shape xmlns:r="http://schemas.openxmlformats.org/officeDocument/2006/relationships" type="downArrow" r:blip="">
                <dgm:adjLst>
                  <dgm:adj idx="1" val="0.55"/>
                  <dgm:adj idx="2" val="0.45"/>
                </dgm:adjLst>
              </dgm:shape>
              <dgm:presOf axis="ch" ptType="sibTrans" cnt="1"/>
              <dgm:constrLst>
                <dgm:constr type="lMarg" refType="primFontSz" fact="0.1"/>
                <dgm:constr type="rMarg" refType="primFontSz" fact="0.1"/>
                <dgm:constr type="tMarg" refType="primFontSz" fact="0.1"/>
                <dgm:constr type="bMarg" refType="primFontSz" fact="0.1"/>
              </dgm:constrLst>
              <dgm:ruleLst>
                <dgm:rule type="primFontSz" val="5" fact="NaN" max="NaN"/>
              </dgm:ruleLst>
            </dgm:layoutNode>
            <dgm:layoutNode name="TwoNodes_1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1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  <dgm:layoutNode name="TwoNodes_2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2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</dgm:if>
          <dgm:else name="Name8">
            <dgm:choose name="Name9">
              <dgm:if name="Name10" axis="ch" ptType="node" func="cnt" op="equ" val="3">
                <dgm:layoutNode name="ThreeNodes_1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1 1" cnt="1 0"/>
                  <dgm:constrLst/>
                  <dgm:ruleLst/>
                </dgm:layoutNode>
                <dgm:layoutNode name="ThreeNodes_2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2 1" cnt="1 0"/>
                  <dgm:constrLst/>
                  <dgm:ruleLst/>
                </dgm:layoutNode>
                <dgm:layoutNode name="ThreeNodes_3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3 1" cnt="1 0"/>
                  <dgm:constrLst/>
                  <dgm:ruleLst/>
                </dgm:layoutNode>
                <dgm:layoutNode name="ThreeConn_1-2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Conn_2-3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st="2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Nodes_1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1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2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2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3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3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</dgm:if>
              <dgm:else name="Name11">
                <dgm:choose name="Name12">
                  <dgm:if name="Name13" axis="ch" ptType="node" func="cnt" op="equ" val="4">
                    <dgm:layoutNode name="FourNodes_1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/>
                      <dgm:ruleLst/>
                    </dgm:layoutNode>
                    <dgm:layoutNode name="FourNodes_2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/>
                      <dgm:ruleLst/>
                    </dgm:layoutNode>
                    <dgm:layoutNode name="FourNodes_3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/>
                      <dgm:ruleLst/>
                    </dgm:layoutNode>
                    <dgm:layoutNode name="FourNodes_4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/>
                      <dgm:ruleLst/>
                    </dgm:layoutNode>
                    <dgm:layoutNode name="FourConn_1-2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2-3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2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3-4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3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1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2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3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4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if>
                  <dgm:else name="Name14">
                    <dgm:choose name="Name15">
                      <dgm:if name="Name16" axis="ch" ptType="node" func="cnt" op="gte" val="5">
                        <dgm:layoutNode name="FiveNodes_1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/>
                          <dgm:ruleLst/>
                        </dgm:layoutNode>
                        <dgm:layoutNode name="FiveNodes_2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/>
                          <dgm:ruleLst/>
                        </dgm:layoutNode>
                        <dgm:layoutNode name="FiveNodes_3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/>
                          <dgm:ruleLst/>
                        </dgm:layoutNode>
                        <dgm:layoutNode name="FiveNodes_4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/>
                          <dgm:ruleLst/>
                        </dgm:layoutNode>
                        <dgm:layoutNode name="FiveNodes_5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/>
                          <dgm:ruleLst/>
                        </dgm:layoutNode>
                        <dgm:layoutNode name="FiveConn_1-2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2-3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2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3-4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3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4-5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4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1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2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3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4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5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</dgm:if>
                      <dgm:else name="Name17"/>
                    </dgm:choose>
                  </dgm:else>
                </dgm:choose>
              </dgm:else>
            </dgm:choose>
          </dgm:else>
        </dgm:choose>
      </dgm:else>
    </dgm:choos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2">
  <dgm:title val=""/>
  <dgm:desc val=""/>
  <dgm:catLst>
    <dgm:cat type="simple" pri="102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e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e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eg"/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A black circle in a purple and orange color&#10;&#10;AI-generated content may be incorrect.">
            <a:extLst>
              <a:ext uri="{FF2B5EF4-FFF2-40B4-BE49-F238E27FC236}">
                <a16:creationId xmlns:a16="http://schemas.microsoft.com/office/drawing/2014/main" id="{C8E832A1-AE20-595C-6C6A-C6CAD6D7223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4059" t="1529" r="16895" b="27442"/>
          <a:stretch>
            <a:fillRect/>
          </a:stretch>
        </p:blipFill>
        <p:spPr>
          <a:xfrm flipH="1">
            <a:off x="-27432" y="0"/>
            <a:ext cx="12219432" cy="6865715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295259" y="1820486"/>
            <a:ext cx="4800600" cy="2762187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defRPr lang="en-US" sz="4800" dirty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295260" y="4714821"/>
            <a:ext cx="3830874" cy="1496616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1400" dirty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295259" y="219456"/>
            <a:ext cx="2703777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235440" y="219456"/>
            <a:ext cx="1495365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D9E983A8-CA14-4FE1-A10E-B283CCC8AFC5}" type="datetimeFigureOut">
              <a:rPr lang="en-US" smtClean="0"/>
              <a:t>10/27/2026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A0B62FE3-5B93-45E0-B439-973D997EF11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88410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 Content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217452" y="214858"/>
            <a:ext cx="1485900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D9E983A8-CA14-4FE1-A10E-B283CCC8AFC5}" type="datetimeFigureOut">
              <a:rPr lang="en-US" smtClean="0"/>
              <a:t>10/27/2026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A0B62FE3-5B93-45E0-B439-973D997EF111}" type="slidenum">
              <a:rPr lang="en-US" smtClean="0"/>
              <a:t>‹#›</a:t>
            </a:fld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DD052-3E45-E789-01F8-33250024ECB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0453031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A black circle in a purple and orange color&#10;&#10;AI-generated content may be incorrect.">
            <a:extLst>
              <a:ext uri="{FF2B5EF4-FFF2-40B4-BE49-F238E27FC236}">
                <a16:creationId xmlns:a16="http://schemas.microsoft.com/office/drawing/2014/main" id="{6AC85073-6D22-76C5-C752-C565E9FBCC8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46" t="10520" r="14652" b="11508"/>
          <a:stretch>
            <a:fillRect/>
          </a:stretch>
        </p:blipFill>
        <p:spPr>
          <a:xfrm flipH="1">
            <a:off x="-2" y="11899"/>
            <a:ext cx="12192001" cy="6865715"/>
          </a:xfrm>
          <a:prstGeom prst="rect">
            <a:avLst/>
          </a:prstGeom>
        </p:spPr>
      </p:pic>
      <p:sp>
        <p:nvSpPr>
          <p:cNvPr id="9" name="Title 8">
            <a:extLst>
              <a:ext uri="{FF2B5EF4-FFF2-40B4-BE49-F238E27FC236}">
                <a16:creationId xmlns:a16="http://schemas.microsoft.com/office/drawing/2014/main" id="{BF6CFC71-0CC0-F6AB-06FD-5F2DE25870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0792" y="459253"/>
            <a:ext cx="5658468" cy="2691359"/>
          </a:xfrm>
        </p:spPr>
        <p:txBody>
          <a:bodyPr/>
          <a:lstStyle>
            <a:lvl1pPr>
              <a:defRPr sz="4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Subtitle 2">
            <a:extLst>
              <a:ext uri="{FF2B5EF4-FFF2-40B4-BE49-F238E27FC236}">
                <a16:creationId xmlns:a16="http://schemas.microsoft.com/office/drawing/2014/main" id="{41932924-E87B-08A2-5EE3-BBA69699E24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362264" y="516600"/>
            <a:ext cx="2593814" cy="1627886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1200" dirty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362265" y="219456"/>
            <a:ext cx="2504049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363200" y="219456"/>
            <a:ext cx="1146383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D9E983A8-CA14-4FE1-A10E-B283CCC8AFC5}" type="datetimeFigureOut">
              <a:rPr lang="en-US" smtClean="0"/>
              <a:t>10/27/2026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91657" y="219456"/>
            <a:ext cx="555948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A0B62FE3-5B93-45E0-B439-973D997EF11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853029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37C87932-7DAB-7F93-5E51-7AEEA5AC7FEA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12188952" cy="6858000"/>
          </a:xfrm>
          <a:blipFill>
            <a:blip r:embed="rId2">
              <a:alphaModFix amt="70000"/>
            </a:blip>
            <a:stretch>
              <a:fillRect/>
            </a:stretch>
          </a:blipFill>
        </p:spPr>
        <p:txBody>
          <a:bodyPr tIns="365760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   </a:t>
            </a:r>
          </a:p>
        </p:txBody>
      </p:sp>
      <p:sp>
        <p:nvSpPr>
          <p:cNvPr id="15" name="Title 14">
            <a:extLst>
              <a:ext uri="{FF2B5EF4-FFF2-40B4-BE49-F238E27FC236}">
                <a16:creationId xmlns:a16="http://schemas.microsoft.com/office/drawing/2014/main" id="{7EB34FF5-770C-AA64-B806-5D6DED7113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4463843"/>
            <a:ext cx="12188952" cy="2394157"/>
          </a:xfrm>
          <a:gradFill>
            <a:gsLst>
              <a:gs pos="31000">
                <a:srgbClr val="000000">
                  <a:alpha val="30000"/>
                </a:srgbClr>
              </a:gs>
              <a:gs pos="87000">
                <a:srgbClr val="000000">
                  <a:alpha val="60000"/>
                </a:srgbClr>
              </a:gs>
              <a:gs pos="0">
                <a:srgbClr val="000000">
                  <a:alpha val="0"/>
                </a:srgbClr>
              </a:gs>
            </a:gsLst>
            <a:lin ang="5400000" scaled="0"/>
          </a:gradFill>
        </p:spPr>
        <p:txBody>
          <a:bodyPr lIns="502920" tIns="0" rIns="5029200" bIns="365760" anchor="b"/>
          <a:lstStyle>
            <a:lvl1pPr>
              <a:defRPr sz="40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Subtitle 2">
            <a:extLst>
              <a:ext uri="{FF2B5EF4-FFF2-40B4-BE49-F238E27FC236}">
                <a16:creationId xmlns:a16="http://schemas.microsoft.com/office/drawing/2014/main" id="{49132BB0-A42B-7355-8046-F22B2344C64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801099" y="4463843"/>
            <a:ext cx="3387853" cy="2394157"/>
          </a:xfrm>
        </p:spPr>
        <p:txBody>
          <a:bodyPr vert="horz" lIns="137160" tIns="365760" rIns="0" bIns="457200" rtlCol="0" anchor="b">
            <a:normAutofit/>
          </a:bodyPr>
          <a:lstStyle>
            <a:lvl1pPr marL="0" indent="0">
              <a:buNone/>
              <a:defRPr lang="en-US" sz="1400" dirty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972D5EE-6935-237E-C4A2-C61261249F33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437656" y="219456"/>
            <a:ext cx="2740616" cy="36576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F001462-21CF-5988-0554-7DB1C494B04E}"/>
              </a:ext>
            </a:extLst>
          </p:cNvPr>
          <p:cNvSpPr>
            <a:spLocks noGrp="1"/>
          </p:cNvSpPr>
          <p:nvPr>
            <p:ph type="dt" sz="half" idx="14"/>
          </p:nvPr>
        </p:nvSpPr>
        <p:spPr>
          <a:xfrm>
            <a:off x="8866095" y="219456"/>
            <a:ext cx="1957990" cy="36576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D9E983A8-CA14-4FE1-A10E-B283CCC8AFC5}" type="datetimeFigureOut">
              <a:rPr lang="en-US" smtClean="0"/>
              <a:t>10/27/2026</a:t>
            </a:fld>
            <a:endParaRPr lang="en-US"/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C81CEA4D-A8A1-D4D2-8F28-C83469372446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11362195" y="219456"/>
            <a:ext cx="448805" cy="36576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A0B62FE3-5B93-45E0-B439-973D997EF11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031561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6" pos="3840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A close up of a colorful background&#10;&#10;AI-generated content may be incorrect.">
            <a:extLst>
              <a:ext uri="{FF2B5EF4-FFF2-40B4-BE49-F238E27FC236}">
                <a16:creationId xmlns:a16="http://schemas.microsoft.com/office/drawing/2014/main" id="{6F838A51-B977-1664-089F-3B2250DFEF6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"/>
            <a:ext cx="12181172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8892EA34-13CC-54C1-DE3D-4F1D5D55C9A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09980" y="4311805"/>
            <a:ext cx="8585337" cy="2368300"/>
          </a:xfrm>
        </p:spPr>
        <p:txBody>
          <a:bodyPr anchor="b">
            <a:normAutofit/>
          </a:bodyPr>
          <a:lstStyle>
            <a:lvl1pPr>
              <a:defRPr sz="69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Section Header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F1849E7-8E94-3B02-239C-AAB481596B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19100" y="219456"/>
            <a:ext cx="2656178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F845713-EE4C-7615-B812-531C14CF0CA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801100" y="219456"/>
            <a:ext cx="1913256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D9E983A8-CA14-4FE1-A10E-B283CCC8AFC5}" type="datetimeFigureOut">
              <a:rPr lang="en-US" smtClean="0"/>
              <a:t>10/27/2026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0644BD7-C050-D052-8408-65ADAAF674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91658" y="219456"/>
            <a:ext cx="555948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A0B62FE3-5B93-45E0-B439-973D997EF11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359842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A black background with a purple and orange light&#10;&#10;AI-generated content may be incorrect.">
            <a:extLst>
              <a:ext uri="{FF2B5EF4-FFF2-40B4-BE49-F238E27FC236}">
                <a16:creationId xmlns:a16="http://schemas.microsoft.com/office/drawing/2014/main" id="{D09BF41B-6D10-9A6E-03E4-5E7320A61DF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0800000">
            <a:off x="0" y="-2"/>
            <a:ext cx="12192000" cy="2869093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4E4019F8-742E-9EEF-F591-C9666AC32A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8368" y="2138776"/>
            <a:ext cx="6433266" cy="1962149"/>
          </a:xfrm>
        </p:spPr>
        <p:txBody>
          <a:bodyPr anchor="t">
            <a:normAutofit/>
          </a:bodyPr>
          <a:lstStyle>
            <a:lvl1pPr>
              <a:defRPr sz="8800"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B12CFE6-D05E-5478-B3A4-81DC4DCD74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CC77F2D-39D2-22F7-CF0B-39D63EBF00B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353300" y="214858"/>
            <a:ext cx="1485900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D9E983A8-CA14-4FE1-A10E-B283CCC8AFC5}" type="datetimeFigureOut">
              <a:rPr lang="en-US" smtClean="0"/>
              <a:t>10/27/2026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26B86D3-24E1-029E-BA22-9F17F9517D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A0B62FE3-5B93-45E0-B439-973D997EF111}" type="slidenum">
              <a:rPr lang="en-US" smtClean="0"/>
              <a:t>‹#›</a:t>
            </a:fld>
            <a:endParaRPr lang="en-US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8C8B19A-6FC1-2B71-0BFB-9274CBF396B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7353301" y="2138776"/>
            <a:ext cx="3718420" cy="4109624"/>
          </a:xfrm>
        </p:spPr>
        <p:txBody>
          <a:bodyPr vert="horz" lIns="91440" tIns="45720" rIns="91440" bIns="45720" rtlCol="0" anchor="t">
            <a:normAutofit/>
          </a:bodyPr>
          <a:lstStyle>
            <a:lvl1pPr marL="457200" indent="-457200">
              <a:buFont typeface="+mj-lt"/>
              <a:buAutoNum type="arabicPeriod"/>
              <a:defRPr lang="en-US" sz="1400" dirty="0">
                <a:solidFill>
                  <a:schemeClr val="tx1"/>
                </a:solidFill>
              </a:defRPr>
            </a:lvl1pPr>
            <a:lvl2pPr marL="571500" indent="-342900">
              <a:buFont typeface="+mj-lt"/>
              <a:buAutoNum type="arabicPeriod"/>
              <a:defRPr lang="en-US" sz="1400" dirty="0">
                <a:solidFill>
                  <a:schemeClr val="tx1"/>
                </a:solidFill>
              </a:defRPr>
            </a:lvl2pPr>
            <a:lvl3pPr marL="800100" indent="-342900">
              <a:buFont typeface="+mj-lt"/>
              <a:buAutoNum type="arabicPeriod"/>
              <a:defRPr lang="en-US" sz="1400" dirty="0">
                <a:solidFill>
                  <a:schemeClr val="tx1"/>
                </a:solidFill>
              </a:defRPr>
            </a:lvl3pPr>
            <a:lvl4pPr>
              <a:buFont typeface="+mj-lt"/>
              <a:buAutoNum type="arabicPeriod"/>
              <a:defRPr lang="en-US" sz="1400" dirty="0">
                <a:solidFill>
                  <a:schemeClr val="tx1"/>
                </a:solidFill>
              </a:defRPr>
            </a:lvl4pPr>
            <a:lvl5pPr>
              <a:buFont typeface="+mj-lt"/>
              <a:buAutoNum type="arabicPeriod"/>
              <a:defRPr lang="en-US" sz="1400" dirty="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584618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da with Picture">
    <p:bg>
      <p:bgPr>
        <a:solidFill>
          <a:srgbClr val="09090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A black background with a red and yellow light&#10;&#10;AI-generated content may be incorrect.">
            <a:extLst>
              <a:ext uri="{FF2B5EF4-FFF2-40B4-BE49-F238E27FC236}">
                <a16:creationId xmlns:a16="http://schemas.microsoft.com/office/drawing/2014/main" id="{BD349A90-08FB-AFC0-8649-56404DF7B8C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36109"/>
          <a:stretch>
            <a:fillRect/>
          </a:stretch>
        </p:blipFill>
        <p:spPr>
          <a:xfrm rot="10800000" flipH="1">
            <a:off x="-9982" y="2555751"/>
            <a:ext cx="12192000" cy="4343908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4E4019F8-742E-9EEF-F591-C9666AC32A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0852" y="3481713"/>
            <a:ext cx="5496426" cy="2092272"/>
          </a:xfrm>
        </p:spPr>
        <p:txBody>
          <a:bodyPr anchor="t">
            <a:normAutofit/>
          </a:bodyPr>
          <a:lstStyle>
            <a:lvl1pPr>
              <a:defRPr sz="76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743EA2DD-B019-E3AA-ACB7-13CC3353E8D4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0" y="0"/>
            <a:ext cx="12192000" cy="2555751"/>
          </a:xfrm>
          <a:blipFill>
            <a:blip r:embed="rId3">
              <a:alphaModFix amt="65000"/>
            </a:blip>
            <a:stretch>
              <a:fillRect/>
            </a:stretch>
          </a:blipFill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   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B12CFE6-D05E-5478-B3A4-81DC4DCD74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33660" y="2734068"/>
            <a:ext cx="2727331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CC77F2D-39D2-22F7-CF0B-39D63EBF00B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785567" y="2734068"/>
            <a:ext cx="1586711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D9E983A8-CA14-4FE1-A10E-B283CCC8AFC5}" type="datetimeFigureOut">
              <a:rPr lang="en-US" smtClean="0"/>
              <a:t>10/27/2026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26B86D3-24E1-029E-BA22-9F17F9517D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16614" y="2734068"/>
            <a:ext cx="526695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A0B62FE3-5B93-45E0-B439-973D997EF111}" type="slidenum">
              <a:rPr lang="en-US" smtClean="0"/>
              <a:t>‹#›</a:t>
            </a:fld>
            <a:endParaRPr lang="en-US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8C8B19A-6FC1-2B71-0BFB-9274CBF396B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7785567" y="3481713"/>
            <a:ext cx="3916103" cy="2765887"/>
          </a:xfrm>
        </p:spPr>
        <p:txBody>
          <a:bodyPr vert="horz" lIns="91440" tIns="45720" rIns="91440" bIns="45720" rtlCol="0">
            <a:normAutofit/>
          </a:bodyPr>
          <a:lstStyle>
            <a:lvl1pPr marL="342900" indent="-342900">
              <a:lnSpc>
                <a:spcPct val="130000"/>
              </a:lnSpc>
              <a:buFont typeface="+mj-lt"/>
              <a:buAutoNum type="arabicPeriod"/>
              <a:defRPr lang="en-US" sz="1400" dirty="0">
                <a:solidFill>
                  <a:schemeClr val="tx1"/>
                </a:solidFill>
              </a:defRPr>
            </a:lvl1pPr>
            <a:lvl2pPr marL="571500" indent="-342900">
              <a:lnSpc>
                <a:spcPct val="130000"/>
              </a:lnSpc>
              <a:buFont typeface="+mj-lt"/>
              <a:buAutoNum type="arabicPeriod"/>
              <a:defRPr lang="en-US" sz="1400" dirty="0">
                <a:solidFill>
                  <a:schemeClr val="tx1"/>
                </a:solidFill>
              </a:defRPr>
            </a:lvl2pPr>
            <a:lvl3pPr marL="800100" indent="-342900">
              <a:lnSpc>
                <a:spcPct val="130000"/>
              </a:lnSpc>
              <a:buFont typeface="+mj-lt"/>
              <a:buAutoNum type="arabicPeriod"/>
              <a:defRPr lang="en-US" sz="1400" dirty="0">
                <a:solidFill>
                  <a:schemeClr val="tx1"/>
                </a:solidFill>
              </a:defRPr>
            </a:lvl3pPr>
            <a:lvl4pPr>
              <a:lnSpc>
                <a:spcPct val="130000"/>
              </a:lnSpc>
              <a:buFont typeface="+mj-lt"/>
              <a:buAutoNum type="arabicPeriod"/>
              <a:defRPr lang="en-US" sz="1400" dirty="0">
                <a:solidFill>
                  <a:schemeClr val="tx1"/>
                </a:solidFill>
              </a:defRPr>
            </a:lvl4pPr>
            <a:lvl5pPr>
              <a:lnSpc>
                <a:spcPct val="130000"/>
              </a:lnSpc>
              <a:buFont typeface="+mj-lt"/>
              <a:buAutoNum type="arabicPeriod"/>
              <a:defRPr lang="en-US" sz="1400" dirty="0">
                <a:solidFill>
                  <a:schemeClr val="tx1"/>
                </a:solidFill>
              </a:defRPr>
            </a:lvl5pPr>
          </a:lstStyle>
          <a:p>
            <a:pPr marL="228600" lvl="0" indent="-228600"/>
            <a:r>
              <a:rPr lang="en-US"/>
              <a:t>Click to edit Master text styles</a:t>
            </a:r>
          </a:p>
          <a:p>
            <a:pPr marL="228600" lvl="1" indent="-228600"/>
            <a:r>
              <a:rPr lang="en-US"/>
              <a:t>Second level</a:t>
            </a:r>
          </a:p>
          <a:p>
            <a:pPr marL="228600" lvl="2" indent="-228600"/>
            <a:r>
              <a:rPr lang="en-US"/>
              <a:t>Third level</a:t>
            </a:r>
          </a:p>
          <a:p>
            <a:pPr marL="228600" lvl="3" indent="-228600"/>
            <a:r>
              <a:rPr lang="en-US"/>
              <a:t>Fourth level</a:t>
            </a:r>
          </a:p>
          <a:p>
            <a:pPr marL="228600" lvl="4" indent="-228600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7435874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ont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" name="Picture 22" descr="A purple and black background&#10;&#10;AI-generated content may be incorrect.">
            <a:extLst>
              <a:ext uri="{FF2B5EF4-FFF2-40B4-BE49-F238E27FC236}">
                <a16:creationId xmlns:a16="http://schemas.microsoft.com/office/drawing/2014/main" id="{518E8C82-2B1B-76C7-A67D-099AEEEAD0D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509"/>
          <a:stretch>
            <a:fillRect/>
          </a:stretch>
        </p:blipFill>
        <p:spPr>
          <a:xfrm>
            <a:off x="6324601" y="1"/>
            <a:ext cx="5881254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8851" y="1276990"/>
            <a:ext cx="5378267" cy="985658"/>
          </a:xfrm>
        </p:spPr>
        <p:txBody>
          <a:bodyPr anchor="b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32393" y="214858"/>
            <a:ext cx="2726376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801100" y="214858"/>
            <a:ext cx="1941840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D9E983A8-CA14-4FE1-A10E-B283CCC8AFC5}" type="datetimeFigureOut">
              <a:rPr lang="en-US" smtClean="0"/>
              <a:t>10/27/2026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90295" y="214858"/>
            <a:ext cx="555948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A0B62FE3-5B93-45E0-B439-973D997EF111}" type="slidenum">
              <a:rPr lang="en-US" smtClean="0"/>
              <a:t>‹#›</a:t>
            </a:fld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DD052-3E45-E789-01F8-33250024ECB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7477" y="2471736"/>
            <a:ext cx="5378268" cy="3662734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47919977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3">
    <p:bg>
      <p:bgPr>
        <a:solidFill>
          <a:srgbClr val="09090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A black background with a purple and orange light&#10;&#10;AI-generated content may be incorrect.">
            <a:extLst>
              <a:ext uri="{FF2B5EF4-FFF2-40B4-BE49-F238E27FC236}">
                <a16:creationId xmlns:a16="http://schemas.microsoft.com/office/drawing/2014/main" id="{E41EB56E-DF88-E5AB-35AF-891395DCDB1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0" y="4406900"/>
            <a:ext cx="9144000" cy="24511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66899" y="1886712"/>
            <a:ext cx="3507989" cy="3233928"/>
          </a:xfrm>
        </p:spPr>
        <p:txBody>
          <a:bodyPr anchor="t">
            <a:normAutofit/>
          </a:bodyPr>
          <a:lstStyle>
            <a:lvl1pPr>
              <a:defRPr sz="32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19100" y="208394"/>
            <a:ext cx="2532118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867400" y="208394"/>
            <a:ext cx="2017548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D9E983A8-CA14-4FE1-A10E-B283CCC8AFC5}" type="datetimeFigureOut">
              <a:rPr lang="en-US" smtClean="0"/>
              <a:t>10/27/2026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96588" y="208394"/>
            <a:ext cx="553156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A0B62FE3-5B93-45E0-B439-973D997EF111}" type="slidenum">
              <a:rPr lang="en-US" smtClean="0"/>
              <a:t>‹#›</a:t>
            </a:fld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D42D62A0-8127-CE86-0633-0D65E1E136F7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867401" y="1886712"/>
            <a:ext cx="4495800" cy="3233928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>
                <a:solidFill>
                  <a:schemeClr val="tx1"/>
                </a:solidFill>
              </a:defRPr>
            </a:lvl1pPr>
            <a:lvl2pPr>
              <a:defRPr lang="en-US">
                <a:solidFill>
                  <a:schemeClr val="tx1"/>
                </a:solidFill>
              </a:defRPr>
            </a:lvl2pPr>
            <a:lvl3pPr>
              <a:defRPr lang="en-US">
                <a:solidFill>
                  <a:schemeClr val="tx1"/>
                </a:solidFill>
              </a:defRPr>
            </a:lvl3pPr>
            <a:lvl4pPr>
              <a:defRPr lang="en-US">
                <a:solidFill>
                  <a:schemeClr val="tx1"/>
                </a:solidFill>
              </a:defRPr>
            </a:lvl4pPr>
            <a:lvl5pPr>
              <a:defRPr lang="en-US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5003560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8436" y="1115568"/>
            <a:ext cx="2505264" cy="1624122"/>
          </a:xfrm>
        </p:spPr>
        <p:txBody>
          <a:bodyPr anchor="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29768" y="219456"/>
            <a:ext cx="2684048" cy="338328"/>
          </a:xfrm>
        </p:spPr>
        <p:txBody>
          <a:bodyPr/>
          <a:lstStyle/>
          <a:p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374064" y="215823"/>
            <a:ext cx="1485900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D9E983A8-CA14-4FE1-A10E-B283CCC8AFC5}" type="datetimeFigureOut">
              <a:rPr lang="en-US" smtClean="0"/>
              <a:t>10/27/2026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98242" y="215823"/>
            <a:ext cx="549272" cy="338328"/>
          </a:xfrm>
        </p:spPr>
        <p:txBody>
          <a:bodyPr/>
          <a:lstStyle/>
          <a:p>
            <a:fld id="{A0B62FE3-5B93-45E0-B439-973D997EF111}" type="slidenum">
              <a:rPr lang="en-US" smtClean="0"/>
              <a:t>‹#›</a:t>
            </a:fld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6E0D00CE-C191-6DE5-9D82-7EFB59BC37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28436" y="3028523"/>
            <a:ext cx="2505264" cy="3410378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DB2531DA-E07E-34C2-010B-27DB8B004926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3374064" y="1181100"/>
            <a:ext cx="8817936" cy="5676900"/>
          </a:xfrm>
          <a:blipFill>
            <a:blip r:embed="rId2">
              <a:alphaModFix amt="65000"/>
            </a:blip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  </a:t>
            </a:r>
          </a:p>
        </p:txBody>
      </p:sp>
    </p:spTree>
    <p:extLst>
      <p:ext uri="{BB962C8B-B14F-4D97-AF65-F5344CB8AC3E}">
        <p14:creationId xmlns:p14="http://schemas.microsoft.com/office/powerpoint/2010/main" val="18738782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9100" y="1115568"/>
            <a:ext cx="4000500" cy="1352516"/>
          </a:xfrm>
        </p:spPr>
        <p:txBody>
          <a:bodyPr anchor="t">
            <a:normAutofit/>
          </a:bodyPr>
          <a:lstStyle>
            <a:lvl1pPr>
              <a:defRPr sz="3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19100" y="219456"/>
            <a:ext cx="2727930" cy="338328"/>
          </a:xfrm>
        </p:spPr>
        <p:txBody>
          <a:bodyPr/>
          <a:lstStyle/>
          <a:p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847899" y="219456"/>
            <a:ext cx="1747774" cy="338328"/>
          </a:xfrm>
        </p:spPr>
        <p:txBody>
          <a:bodyPr/>
          <a:lstStyle/>
          <a:p>
            <a:fld id="{D9E983A8-CA14-4FE1-A10E-B283CCC8AFC5}" type="datetimeFigureOut">
              <a:rPr lang="en-US" smtClean="0"/>
              <a:t>10/27/2026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93948" y="216280"/>
            <a:ext cx="551113" cy="338328"/>
          </a:xfrm>
        </p:spPr>
        <p:txBody>
          <a:bodyPr/>
          <a:lstStyle/>
          <a:p>
            <a:fld id="{A0B62FE3-5B93-45E0-B439-973D997EF111}" type="slidenum">
              <a:rPr lang="en-US" smtClean="0"/>
              <a:t>‹#›</a:t>
            </a:fld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847899" y="1104900"/>
            <a:ext cx="6925002" cy="1352516"/>
          </a:xfrm>
        </p:spPr>
        <p:txBody>
          <a:bodyPr>
            <a:normAutofit/>
          </a:bodyPr>
          <a:lstStyle>
            <a:lvl1pPr marL="285750" indent="-285750">
              <a:buFont typeface="Arial" panose="020B0604020202020204" pitchFamily="34" charset="0"/>
              <a:buNone/>
              <a:defRPr sz="1400"/>
            </a:lvl1pPr>
            <a:lvl2pPr marL="514350" indent="-285750">
              <a:buFont typeface="Arial" panose="020B0604020202020204" pitchFamily="34" charset="0"/>
              <a:buNone/>
              <a:defRPr sz="1400"/>
            </a:lvl2pPr>
            <a:lvl3pPr marL="742950" indent="-285750">
              <a:buFont typeface="Arial" panose="020B0604020202020204" pitchFamily="34" charset="0"/>
              <a:buNone/>
              <a:defRPr sz="1400"/>
            </a:lvl3pPr>
            <a:lvl4pPr marL="857250" indent="-171450">
              <a:buFont typeface="Arial" panose="020B0604020202020204" pitchFamily="34" charset="0"/>
              <a:buNone/>
              <a:defRPr sz="1400"/>
            </a:lvl4pPr>
            <a:lvl5pPr marL="1085850" indent="-171450">
              <a:buFont typeface="Arial" panose="020B0604020202020204" pitchFamily="34" charset="0"/>
              <a:buNone/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346877B-7C99-D26C-DFEC-72A4289A8FAC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0" y="2938509"/>
            <a:ext cx="12192000" cy="3919491"/>
          </a:xfrm>
          <a:blipFill>
            <a:blip r:embed="rId2" cstate="email">
              <a:alphaModFix amt="65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  </a:t>
            </a:r>
          </a:p>
        </p:txBody>
      </p:sp>
    </p:spTree>
    <p:extLst>
      <p:ext uri="{BB962C8B-B14F-4D97-AF65-F5344CB8AC3E}">
        <p14:creationId xmlns:p14="http://schemas.microsoft.com/office/powerpoint/2010/main" val="369361980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9100" y="1115568"/>
            <a:ext cx="2514600" cy="2918919"/>
          </a:xfrm>
        </p:spPr>
        <p:txBody>
          <a:bodyPr anchor="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32393" y="214858"/>
            <a:ext cx="2514600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endParaRPr lang="en-US"/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1EB6A322-B3CC-9AE7-DB63-8B433811BD63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3423747" y="0"/>
            <a:ext cx="8768253" cy="3985719"/>
          </a:xfrm>
          <a:blipFill>
            <a:blip r:embed="rId2" cstate="email">
              <a:alphaModFix amt="65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  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352800" y="4077628"/>
            <a:ext cx="1920240" cy="338328"/>
          </a:xfrm>
        </p:spPr>
        <p:txBody>
          <a:bodyPr/>
          <a:lstStyle/>
          <a:p>
            <a:fld id="{D9E983A8-CA14-4FE1-A10E-B283CCC8AFC5}" type="datetimeFigureOut">
              <a:rPr lang="en-US" smtClean="0"/>
              <a:t>10/27/2026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91657" y="4077628"/>
            <a:ext cx="555948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A0B62FE3-5B93-45E0-B439-973D997EF111}" type="slidenum">
              <a:rPr lang="en-US" smtClean="0"/>
              <a:t>‹#›</a:t>
            </a:fld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07755DB3-9272-8E5E-039F-AC14A2C07898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3352800" y="4423576"/>
            <a:ext cx="8420100" cy="1824824"/>
          </a:xfrm>
        </p:spPr>
        <p:txBody>
          <a:bodyPr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3385766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1339" y="1115568"/>
            <a:ext cx="5247577" cy="994131"/>
          </a:xfrm>
        </p:spPr>
        <p:txBody>
          <a:bodyPr anchor="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29768" y="219456"/>
            <a:ext cx="2933700" cy="338328"/>
          </a:xfrm>
        </p:spPr>
        <p:txBody>
          <a:bodyPr/>
          <a:lstStyle/>
          <a:p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896579" y="209088"/>
            <a:ext cx="1844044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D9E983A8-CA14-4FE1-A10E-B283CCC8AFC5}" type="datetimeFigureOut">
              <a:rPr lang="en-US" smtClean="0"/>
              <a:t>10/27/2026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34185" y="209088"/>
            <a:ext cx="555948" cy="338328"/>
          </a:xfrm>
        </p:spPr>
        <p:txBody>
          <a:bodyPr/>
          <a:lstStyle/>
          <a:p>
            <a:fld id="{A0B62FE3-5B93-45E0-B439-973D997EF111}" type="slidenum">
              <a:rPr lang="en-US" smtClean="0"/>
              <a:t>‹#›</a:t>
            </a:fld>
            <a:endParaRPr lang="en-US"/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F3BFBE8F-8803-50FD-04BC-3A247F9767CF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0" y="1181100"/>
            <a:ext cx="5247577" cy="5676900"/>
          </a:xfrm>
          <a:blipFill>
            <a:blip r:embed="rId2">
              <a:alphaModFix amt="65000"/>
            </a:blip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 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FF0220E-48F8-B4D9-19DE-7B457C3C221C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881339" y="2133600"/>
            <a:ext cx="5247577" cy="4114800"/>
          </a:xfrm>
        </p:spPr>
        <p:txBody>
          <a:bodyPr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5367110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6057" y="1115568"/>
            <a:ext cx="3607670" cy="3170545"/>
          </a:xfrm>
        </p:spPr>
        <p:txBody>
          <a:bodyPr anchor="t">
            <a:normAutofit/>
          </a:bodyPr>
          <a:lstStyle>
            <a:lvl1pPr>
              <a:defRPr sz="3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29768" y="214858"/>
            <a:ext cx="2597106" cy="338328"/>
          </a:xfrm>
        </p:spPr>
        <p:txBody>
          <a:bodyPr/>
          <a:lstStyle/>
          <a:p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845909" y="214858"/>
            <a:ext cx="1586711" cy="338328"/>
          </a:xfrm>
        </p:spPr>
        <p:txBody>
          <a:bodyPr/>
          <a:lstStyle/>
          <a:p>
            <a:fld id="{D9E983A8-CA14-4FE1-A10E-B283CCC8AFC5}" type="datetimeFigureOut">
              <a:rPr lang="en-US" smtClean="0"/>
              <a:t>10/27/2026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97610" y="214858"/>
            <a:ext cx="555948" cy="338328"/>
          </a:xfrm>
        </p:spPr>
        <p:txBody>
          <a:bodyPr/>
          <a:lstStyle/>
          <a:p>
            <a:fld id="{A0B62FE3-5B93-45E0-B439-973D997EF111}" type="slidenum">
              <a:rPr lang="en-US" smtClean="0"/>
              <a:t>‹#›</a:t>
            </a:fld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845909" y="1112672"/>
            <a:ext cx="6926991" cy="1967808"/>
          </a:xfrm>
        </p:spPr>
        <p:txBody>
          <a:bodyPr>
            <a:normAutofit/>
          </a:bodyPr>
          <a:lstStyle>
            <a:lvl1pPr marL="0" indent="0">
              <a:buFont typeface="Arial" panose="020B0604020202020204" pitchFamily="34" charset="0"/>
              <a:buNone/>
              <a:defRPr sz="1400"/>
            </a:lvl1pPr>
            <a:lvl2pPr marL="228600" indent="0">
              <a:buFont typeface="Arial" panose="020B0604020202020204" pitchFamily="34" charset="0"/>
              <a:buNone/>
              <a:defRPr sz="1400"/>
            </a:lvl2pPr>
            <a:lvl3pPr marL="457200" indent="0">
              <a:buFont typeface="Arial" panose="020B0604020202020204" pitchFamily="34" charset="0"/>
              <a:buNone/>
              <a:defRPr sz="1400"/>
            </a:lvl3pPr>
            <a:lvl4pPr marL="685800" indent="0">
              <a:buFont typeface="Arial" panose="020B0604020202020204" pitchFamily="34" charset="0"/>
              <a:buNone/>
              <a:defRPr sz="1400"/>
            </a:lvl4pPr>
            <a:lvl5pPr marL="914400" indent="0">
              <a:buFont typeface="Arial" panose="020B0604020202020204" pitchFamily="34" charset="0"/>
              <a:buNone/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121707E4-5122-AA3B-7CFC-6AF9C0BAC463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4903079" y="3500203"/>
            <a:ext cx="7288921" cy="3357797"/>
          </a:xfrm>
          <a:custGeom>
            <a:avLst/>
            <a:gdLst>
              <a:gd name="connsiteX0" fmla="*/ 0 w 7391400"/>
              <a:gd name="connsiteY0" fmla="*/ 0 h 3018269"/>
              <a:gd name="connsiteX1" fmla="*/ 7391400 w 7391400"/>
              <a:gd name="connsiteY1" fmla="*/ 0 h 3018269"/>
              <a:gd name="connsiteX2" fmla="*/ 7391400 w 7391400"/>
              <a:gd name="connsiteY2" fmla="*/ 3018269 h 3018269"/>
              <a:gd name="connsiteX3" fmla="*/ 0 w 7391400"/>
              <a:gd name="connsiteY3" fmla="*/ 3018269 h 301826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7391400" h="3018269">
                <a:moveTo>
                  <a:pt x="0" y="0"/>
                </a:moveTo>
                <a:lnTo>
                  <a:pt x="7391400" y="0"/>
                </a:lnTo>
                <a:lnTo>
                  <a:pt x="7391400" y="3018269"/>
                </a:lnTo>
                <a:lnTo>
                  <a:pt x="0" y="3018269"/>
                </a:lnTo>
                <a:close/>
              </a:path>
            </a:pathLst>
          </a:custGeom>
          <a:blipFill dpi="0" rotWithShape="1">
            <a:blip r:embed="rId2" cstate="email">
              <a:alphaModFix amt="60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   </a:t>
            </a:r>
          </a:p>
        </p:txBody>
      </p:sp>
    </p:spTree>
    <p:extLst>
      <p:ext uri="{BB962C8B-B14F-4D97-AF65-F5344CB8AC3E}">
        <p14:creationId xmlns:p14="http://schemas.microsoft.com/office/powerpoint/2010/main" val="424885658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2393" y="3429001"/>
            <a:ext cx="2501307" cy="2551982"/>
          </a:xfrm>
        </p:spPr>
        <p:txBody>
          <a:bodyPr anchor="t">
            <a:normAutofit/>
          </a:bodyPr>
          <a:lstStyle>
            <a:lvl1pPr>
              <a:defRPr sz="3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402C8AD-A927-B946-5850-6500487D6883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0" y="1"/>
            <a:ext cx="12192000" cy="2705099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  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32393" y="2865290"/>
            <a:ext cx="2726376" cy="338328"/>
          </a:xfrm>
        </p:spPr>
        <p:txBody>
          <a:bodyPr/>
          <a:lstStyle/>
          <a:p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352799" y="2865290"/>
            <a:ext cx="1967345" cy="338328"/>
          </a:xfrm>
        </p:spPr>
        <p:txBody>
          <a:bodyPr/>
          <a:lstStyle/>
          <a:p>
            <a:fld id="{D9E983A8-CA14-4FE1-A10E-B283CCC8AFC5}" type="datetimeFigureOut">
              <a:rPr lang="en-US" smtClean="0"/>
              <a:t>10/27/2026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91657" y="2865290"/>
            <a:ext cx="555948" cy="338328"/>
          </a:xfrm>
        </p:spPr>
        <p:txBody>
          <a:bodyPr/>
          <a:lstStyle/>
          <a:p>
            <a:fld id="{A0B62FE3-5B93-45E0-B439-973D997EF111}" type="slidenum">
              <a:rPr lang="en-US" smtClean="0"/>
              <a:t>‹#›</a:t>
            </a:fld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3352800" y="3429000"/>
            <a:ext cx="8210204" cy="3009900"/>
          </a:xfrm>
        </p:spPr>
        <p:txBody>
          <a:bodyPr>
            <a:normAutofit/>
          </a:bodyPr>
          <a:lstStyle>
            <a:lvl1pPr marL="0" indent="0">
              <a:buFont typeface="Arial" panose="020B0604020202020204" pitchFamily="34" charset="0"/>
              <a:buNone/>
              <a:defRPr sz="1400"/>
            </a:lvl1pPr>
            <a:lvl2pPr marL="228600" indent="0">
              <a:buFont typeface="Arial" panose="020B0604020202020204" pitchFamily="34" charset="0"/>
              <a:buNone/>
              <a:defRPr sz="1400"/>
            </a:lvl2pPr>
            <a:lvl3pPr marL="457200" indent="0">
              <a:buFont typeface="Arial" panose="020B0604020202020204" pitchFamily="34" charset="0"/>
              <a:buNone/>
              <a:defRPr sz="1400"/>
            </a:lvl3pPr>
            <a:lvl4pPr marL="685800" indent="0">
              <a:buFont typeface="Arial" panose="020B0604020202020204" pitchFamily="34" charset="0"/>
              <a:buNone/>
              <a:defRPr sz="1400"/>
            </a:lvl4pPr>
            <a:lvl5pPr marL="914400" indent="0">
              <a:buFont typeface="Arial" panose="020B0604020202020204" pitchFamily="34" charset="0"/>
              <a:buNone/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6015632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6230" y="1115568"/>
            <a:ext cx="3603256" cy="1409878"/>
          </a:xfrm>
        </p:spPr>
        <p:txBody>
          <a:bodyPr anchor="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838700" y="209088"/>
            <a:ext cx="2514600" cy="338328"/>
          </a:xfrm>
        </p:spPr>
        <p:txBody>
          <a:bodyPr/>
          <a:lstStyle/>
          <a:p>
            <a:fld id="{D9E983A8-CA14-4FE1-A10E-B283CCC8AFC5}" type="datetimeFigureOut">
              <a:rPr lang="en-US" smtClean="0"/>
              <a:t>10/27/2026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86019" y="219456"/>
            <a:ext cx="564341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A0B62FE3-5B93-45E0-B439-973D997EF111}" type="slidenum">
              <a:rPr lang="en-US" smtClean="0"/>
              <a:t>‹#›</a:t>
            </a:fld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47AED59-1A26-9C13-8482-7857E7DEFE5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46230" y="2705100"/>
            <a:ext cx="3603256" cy="3695700"/>
          </a:xfrm>
        </p:spPr>
        <p:txBody>
          <a:bodyPr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183D1CED-EDC4-B2B7-E11C-EF0ED41A9136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4935269" y="1175658"/>
            <a:ext cx="7256731" cy="5682342"/>
          </a:xfrm>
          <a:blipFill>
            <a:blip r:embed="rId2" cstate="email">
              <a:alphaModFix amt="65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  </a:t>
            </a:r>
          </a:p>
        </p:txBody>
      </p:sp>
    </p:spTree>
    <p:extLst>
      <p:ext uri="{BB962C8B-B14F-4D97-AF65-F5344CB8AC3E}">
        <p14:creationId xmlns:p14="http://schemas.microsoft.com/office/powerpoint/2010/main" val="1768991409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9100" y="4607626"/>
            <a:ext cx="4419600" cy="1640774"/>
          </a:xfrm>
        </p:spPr>
        <p:txBody>
          <a:bodyPr anchor="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04508209-B462-E74A-288F-8910B06DE3A1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1914" y="0"/>
            <a:ext cx="4836786" cy="4214191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  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541275" y="209088"/>
            <a:ext cx="2726376" cy="338328"/>
          </a:xfrm>
        </p:spPr>
        <p:txBody>
          <a:bodyPr/>
          <a:lstStyle/>
          <a:p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801100" y="214858"/>
            <a:ext cx="1905250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D9E983A8-CA14-4FE1-A10E-B283CCC8AFC5}" type="datetimeFigureOut">
              <a:rPr lang="en-US" smtClean="0"/>
              <a:t>10/27/2026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B62FE3-5B93-45E0-B439-973D997EF111}" type="slidenum">
              <a:rPr lang="en-US" smtClean="0"/>
              <a:t>‹#›</a:t>
            </a:fld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18B74D6-CD72-B859-C229-60DB988B25E3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541276" y="1104900"/>
            <a:ext cx="5750381" cy="51435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90322114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9100" y="1115568"/>
            <a:ext cx="3105335" cy="1636510"/>
          </a:xfrm>
        </p:spPr>
        <p:txBody>
          <a:bodyPr anchor="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32393" y="214858"/>
            <a:ext cx="2726376" cy="338328"/>
          </a:xfrm>
        </p:spPr>
        <p:txBody>
          <a:bodyPr/>
          <a:lstStyle/>
          <a:p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055522" y="214858"/>
            <a:ext cx="2536988" cy="338328"/>
          </a:xfrm>
        </p:spPr>
        <p:txBody>
          <a:bodyPr/>
          <a:lstStyle/>
          <a:p>
            <a:fld id="{D9E983A8-CA14-4FE1-A10E-B283CCC8AFC5}" type="datetimeFigureOut">
              <a:rPr lang="en-US" smtClean="0"/>
              <a:t>10/27/2026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92840" y="214858"/>
            <a:ext cx="555948" cy="338328"/>
          </a:xfrm>
        </p:spPr>
        <p:txBody>
          <a:bodyPr/>
          <a:lstStyle/>
          <a:p>
            <a:fld id="{A0B62FE3-5B93-45E0-B439-973D997EF111}" type="slidenum">
              <a:rPr lang="en-US" smtClean="0"/>
              <a:t>‹#›</a:t>
            </a:fld>
            <a:endParaRPr lang="en-US"/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EA8D0EC2-AB64-20F7-00E1-73B35DEAA2D7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1" y="3017520"/>
            <a:ext cx="3417902" cy="3840480"/>
          </a:xfrm>
          <a:blipFill>
            <a:blip r:embed="rId2">
              <a:alphaModFix amt="65000"/>
            </a:blip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 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BAC3300-BF12-B200-9F06-8D5AC45CB7EF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055522" y="1104901"/>
            <a:ext cx="7476571" cy="53339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15669131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umber Lar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A close up of a colorful background&#10;&#10;AI-generated content may be incorrect.">
            <a:extLst>
              <a:ext uri="{FF2B5EF4-FFF2-40B4-BE49-F238E27FC236}">
                <a16:creationId xmlns:a16="http://schemas.microsoft.com/office/drawing/2014/main" id="{C26FEAF5-B987-7B83-7D1F-A4C535E2B00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7701" r="5781"/>
          <a:stretch>
            <a:fillRect/>
          </a:stretch>
        </p:blipFill>
        <p:spPr>
          <a:xfrm rot="10800000" flipH="1">
            <a:off x="0" y="-1"/>
            <a:ext cx="12192000" cy="6864096"/>
          </a:xfrm>
          <a:prstGeom prst="rect">
            <a:avLst/>
          </a:prstGeom>
        </p:spPr>
      </p:pic>
      <p:sp>
        <p:nvSpPr>
          <p:cNvPr id="9" name="Title 8">
            <a:extLst>
              <a:ext uri="{FF2B5EF4-FFF2-40B4-BE49-F238E27FC236}">
                <a16:creationId xmlns:a16="http://schemas.microsoft.com/office/drawing/2014/main" id="{E9DD887D-B316-418B-8AF4-4F941223A0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72400" y="5082379"/>
            <a:ext cx="4000500" cy="1169230"/>
          </a:xfrm>
        </p:spPr>
        <p:txBody>
          <a:bodyPr anchor="b">
            <a:normAutofit/>
          </a:bodyPr>
          <a:lstStyle>
            <a:lvl1pPr>
              <a:defRPr sz="2000" spc="-5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D6D72DC-8ED1-FAB8-CD4C-7BDCAEA2C3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4C6FDB9-A3B3-A4DB-D081-D27ECC7043C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772400" y="209088"/>
            <a:ext cx="1970690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D9E983A8-CA14-4FE1-A10E-B283CCC8AFC5}" type="datetimeFigureOut">
              <a:rPr lang="en-US" smtClean="0"/>
              <a:t>10/27/2026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FBFCFB0-1D5D-C25F-A74C-5CFB9C1950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A0B62FE3-5B93-45E0-B439-973D997EF111}" type="slidenum">
              <a:rPr lang="en-US" smtClean="0"/>
              <a:t>‹#›</a:t>
            </a:fld>
            <a:endParaRPr lang="en-US"/>
          </a:p>
        </p:txBody>
      </p:sp>
      <p:sp>
        <p:nvSpPr>
          <p:cNvPr id="12" name="Content Placeholder 11">
            <a:extLst>
              <a:ext uri="{FF2B5EF4-FFF2-40B4-BE49-F238E27FC236}">
                <a16:creationId xmlns:a16="http://schemas.microsoft.com/office/drawing/2014/main" id="{942D9118-C154-84FE-9D86-92525287F07F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280988" y="1063625"/>
            <a:ext cx="10428287" cy="3508375"/>
          </a:xfrm>
        </p:spPr>
        <p:txBody>
          <a:bodyPr>
            <a:noAutofit/>
          </a:bodyPr>
          <a:lstStyle>
            <a:lvl1pPr>
              <a:lnSpc>
                <a:spcPct val="80000"/>
              </a:lnSpc>
              <a:defRPr sz="26000"/>
            </a:lvl1pPr>
          </a:lstStyle>
          <a:p>
            <a:pPr lvl="0"/>
            <a:r>
              <a:rPr lang="en-US" dirty="0"/>
              <a:t>XX%</a:t>
            </a:r>
          </a:p>
        </p:txBody>
      </p:sp>
    </p:spTree>
    <p:extLst>
      <p:ext uri="{BB962C8B-B14F-4D97-AF65-F5344CB8AC3E}">
        <p14:creationId xmlns:p14="http://schemas.microsoft.com/office/powerpoint/2010/main" val="3653596224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tatem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A red and purple light&#10;&#10;AI-generated content may be incorrect.">
            <a:extLst>
              <a:ext uri="{FF2B5EF4-FFF2-40B4-BE49-F238E27FC236}">
                <a16:creationId xmlns:a16="http://schemas.microsoft.com/office/drawing/2014/main" id="{27A6C04A-3EE2-7293-8111-E4CF6B18B2D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784" t="57458" r="22221" b="1"/>
          <a:stretch>
            <a:fillRect/>
          </a:stretch>
        </p:blipFill>
        <p:spPr>
          <a:xfrm rot="10800000">
            <a:off x="0" y="0"/>
            <a:ext cx="12192000" cy="4802819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A7221EB5-8556-FBD7-00D5-D69AC8E7E7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-1133856"/>
            <a:ext cx="10652760" cy="91440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D56E87B-2252-4382-E6E7-15A81BCC80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7F688C7-1128-9027-65E4-A17BBE7DDD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D9E983A8-CA14-4FE1-A10E-B283CCC8AFC5}" type="datetimeFigureOut">
              <a:rPr lang="en-US" smtClean="0"/>
              <a:t>10/27/2026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C1C6A68-1AC4-7B10-CD66-D67327434E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A0B62FE3-5B93-45E0-B439-973D997EF111}" type="slidenum">
              <a:rPr lang="en-US" smtClean="0"/>
              <a:t>‹#›</a:t>
            </a:fld>
            <a:endParaRPr lang="en-US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E4E45FF-53F3-89B1-B969-C440DC819EF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419099" y="2885606"/>
            <a:ext cx="8801101" cy="3553293"/>
          </a:xfrm>
        </p:spPr>
        <p:txBody>
          <a:bodyPr anchor="b">
            <a:normAutofit/>
          </a:bodyPr>
          <a:lstStyle>
            <a:lvl1pPr marL="0" indent="0">
              <a:lnSpc>
                <a:spcPct val="85000"/>
              </a:lnSpc>
              <a:buNone/>
              <a:defRPr sz="6000" b="0" spc="-50" baseline="0">
                <a:solidFill>
                  <a:schemeClr val="tx1"/>
                </a:solidFill>
              </a:defRPr>
            </a:lvl1pPr>
            <a:lvl2pPr marL="228600" indent="0">
              <a:lnSpc>
                <a:spcPct val="85000"/>
              </a:lnSpc>
              <a:buNone/>
              <a:defRPr sz="4400" b="0" spc="-50" baseline="0">
                <a:solidFill>
                  <a:schemeClr val="tx1"/>
                </a:solidFill>
              </a:defRPr>
            </a:lvl2pPr>
            <a:lvl3pPr marL="457200" indent="0">
              <a:lnSpc>
                <a:spcPct val="85000"/>
              </a:lnSpc>
              <a:buNone/>
              <a:defRPr sz="4000" b="0" spc="-50" baseline="0">
                <a:solidFill>
                  <a:schemeClr val="tx1"/>
                </a:solidFill>
              </a:defRPr>
            </a:lvl3pPr>
            <a:lvl4pPr marL="685800" indent="0">
              <a:lnSpc>
                <a:spcPct val="85000"/>
              </a:lnSpc>
              <a:buNone/>
              <a:defRPr sz="3600" b="0" spc="-50" baseline="0">
                <a:solidFill>
                  <a:schemeClr val="tx1"/>
                </a:solidFill>
              </a:defRPr>
            </a:lvl4pPr>
            <a:lvl5pPr marL="914400" indent="0">
              <a:lnSpc>
                <a:spcPct val="85000"/>
              </a:lnSpc>
              <a:buNone/>
              <a:defRPr sz="3200" b="0" spc="-50" baseline="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add Statement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4134559832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A close up of a colorful background&#10;&#10;AI-generated content may be incorrect.">
            <a:extLst>
              <a:ext uri="{FF2B5EF4-FFF2-40B4-BE49-F238E27FC236}">
                <a16:creationId xmlns:a16="http://schemas.microsoft.com/office/drawing/2014/main" id="{56ABB8EC-1098-DCAC-E2E3-BCA53EEC625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91" t="22024" r="10011"/>
          <a:stretch>
            <a:fillRect/>
          </a:stretch>
        </p:blipFill>
        <p:spPr>
          <a:xfrm rot="10800000" flipH="1">
            <a:off x="0" y="0"/>
            <a:ext cx="12192000" cy="6864096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0131542D-3EA5-35E3-406E-8496EA7D404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866899" y="4874218"/>
            <a:ext cx="8506567" cy="666427"/>
          </a:xfrm>
        </p:spPr>
        <p:txBody>
          <a:bodyPr anchor="ctr">
            <a:normAutofit/>
          </a:bodyPr>
          <a:lstStyle>
            <a:lvl1pPr algn="r">
              <a:lnSpc>
                <a:spcPct val="90000"/>
              </a:lnSpc>
              <a:defRPr sz="1400" b="0" cap="all" spc="100" baseline="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Quote Author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4AFB98B-06E5-997A-53DA-CC0E6A618E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E4CA6F2-8C52-8488-999E-FEF7877BAF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D9E983A8-CA14-4FE1-A10E-B283CCC8AFC5}" type="datetimeFigureOut">
              <a:rPr lang="en-US" smtClean="0"/>
              <a:t>10/27/2026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159DD64-9865-92B3-BED2-F770E9763D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A0B62FE3-5B93-45E0-B439-973D997EF111}" type="slidenum">
              <a:rPr lang="en-US" smtClean="0"/>
              <a:t>‹#›</a:t>
            </a:fld>
            <a:endParaRPr lang="en-US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1BBD3F2A-2B85-D7B7-24A2-D01A281CD792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1866899" y="1856096"/>
            <a:ext cx="8506567" cy="2855388"/>
          </a:xfrm>
        </p:spPr>
        <p:txBody>
          <a:bodyPr anchor="ctr">
            <a:normAutofit/>
          </a:bodyPr>
          <a:lstStyle>
            <a:lvl1pPr marL="164592" indent="-164592">
              <a:lnSpc>
                <a:spcPct val="90000"/>
              </a:lnSpc>
              <a:spcBef>
                <a:spcPts val="0"/>
              </a:spcBef>
              <a:buFont typeface="Arial" panose="020B0604020202020204" pitchFamily="34" charset="0"/>
              <a:buNone/>
              <a:defRPr sz="5000" spc="-50" baseline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Click to add Quote</a:t>
            </a:r>
          </a:p>
        </p:txBody>
      </p:sp>
    </p:spTree>
    <p:extLst>
      <p:ext uri="{BB962C8B-B14F-4D97-AF65-F5344CB8AC3E}">
        <p14:creationId xmlns:p14="http://schemas.microsoft.com/office/powerpoint/2010/main" val="236838715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9100" y="1115568"/>
            <a:ext cx="8382000" cy="701657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D9E983A8-CA14-4FE1-A10E-B283CCC8AFC5}" type="datetimeFigureOut">
              <a:rPr lang="en-US" smtClean="0"/>
              <a:t>10/27/2026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A0B62FE3-5B93-45E0-B439-973D997EF111}" type="slidenum">
              <a:rPr lang="en-US" smtClean="0"/>
              <a:t>‹#›</a:t>
            </a:fld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04CA46A-141E-21AB-51BA-BA1F0F395708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431800" y="1900238"/>
            <a:ext cx="4924425" cy="4348162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Content Placeholder 3">
            <a:extLst>
              <a:ext uri="{FF2B5EF4-FFF2-40B4-BE49-F238E27FC236}">
                <a16:creationId xmlns:a16="http://schemas.microsoft.com/office/drawing/2014/main" id="{F8607D36-7013-02AC-69A9-8D38C5BBA7D0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5878824" y="1900238"/>
            <a:ext cx="4924425" cy="4348162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394521563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FEE969-634D-6E32-D227-18E9282C6F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8655" y="932098"/>
            <a:ext cx="10835539" cy="70408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49D76D8-9033-26CF-BF4C-AECCC685C1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E3B3581-658A-8487-F9CB-E79F2BFF27E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801100" y="214858"/>
            <a:ext cx="1920240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D9E983A8-CA14-4FE1-A10E-B283CCC8AFC5}" type="datetimeFigureOut">
              <a:rPr lang="en-US" smtClean="0"/>
              <a:t>10/27/2026</a:t>
            </a:fld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02A06B8-CC1D-542F-D8EB-7625046B91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A0B62FE3-5B93-45E0-B439-973D997EF111}" type="slidenum">
              <a:rPr lang="en-US" smtClean="0"/>
              <a:t>‹#›</a:t>
            </a:fld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1CD26D4-290A-F0ED-7D62-41EDA6FEC2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18654" y="1675614"/>
            <a:ext cx="4913919" cy="559834"/>
          </a:xfrm>
        </p:spPr>
        <p:txBody>
          <a:bodyPr anchor="b">
            <a:normAutofit/>
          </a:bodyPr>
          <a:lstStyle>
            <a:lvl1pPr marL="0" indent="0">
              <a:lnSpc>
                <a:spcPct val="90000"/>
              </a:lnSpc>
              <a:buNone/>
              <a:defRPr sz="1600" b="1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1854769-C5D8-1BF0-C3A2-77216D6255DB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431800" y="2285022"/>
            <a:ext cx="4900773" cy="396337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6536620-C4F3-EEC3-DBF1-05196B1CBB5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286500" y="1675614"/>
            <a:ext cx="4967694" cy="559834"/>
          </a:xfrm>
        </p:spPr>
        <p:txBody>
          <a:bodyPr anchor="b">
            <a:normAutofit/>
          </a:bodyPr>
          <a:lstStyle>
            <a:lvl1pPr marL="0" indent="0">
              <a:lnSpc>
                <a:spcPct val="90000"/>
              </a:lnSpc>
              <a:buNone/>
              <a:defRPr sz="1600" b="1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3">
            <a:extLst>
              <a:ext uri="{FF2B5EF4-FFF2-40B4-BE49-F238E27FC236}">
                <a16:creationId xmlns:a16="http://schemas.microsoft.com/office/drawing/2014/main" id="{B3527224-4234-3620-766D-DCCA3AFDF896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6279401" y="2285022"/>
            <a:ext cx="4982762" cy="396337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9342284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6A9F42-7FF7-F803-C075-BC4968D35E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0791" y="1113510"/>
            <a:ext cx="8380309" cy="876193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B968DDD-323F-89A1-84E3-DDBA626D93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89E8268-7232-2944-F1BD-399F9419B5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D9E983A8-CA14-4FE1-A10E-B283CCC8AFC5}" type="datetimeFigureOut">
              <a:rPr lang="en-US" smtClean="0"/>
              <a:t>10/27/2026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8FBDC76-671D-1671-DCE2-D5658BD40E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A0B62FE3-5B93-45E0-B439-973D997EF11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0641568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pt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0EAA6C9-A7F3-19F1-D17C-A1D83FAF55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9BC4D82-0182-501C-9231-4676768047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D9E983A8-CA14-4FE1-A10E-B283CCC8AFC5}" type="datetimeFigureOut">
              <a:rPr lang="en-US" smtClean="0"/>
              <a:t>10/27/2026</a:t>
            </a:fld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4EBB816-1B94-116F-92D4-6043AE9E0C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A0B62FE3-5B93-45E0-B439-973D997EF11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8571200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clus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A red and purple light&#10;&#10;AI-generated content may be incorrect.">
            <a:extLst>
              <a:ext uri="{FF2B5EF4-FFF2-40B4-BE49-F238E27FC236}">
                <a16:creationId xmlns:a16="http://schemas.microsoft.com/office/drawing/2014/main" id="{CC69B319-31FA-514C-5A82-30B4D1B20A2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7892"/>
          <a:stretch>
            <a:fillRect/>
          </a:stretch>
        </p:blipFill>
        <p:spPr>
          <a:xfrm flipH="1">
            <a:off x="-1" y="0"/>
            <a:ext cx="12191999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2393" y="758952"/>
            <a:ext cx="7609668" cy="1734866"/>
          </a:xfrm>
        </p:spPr>
        <p:txBody>
          <a:bodyPr anchor="t">
            <a:noAutofit/>
          </a:bodyPr>
          <a:lstStyle>
            <a:lvl1pPr>
              <a:defRPr sz="72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D9E983A8-CA14-4FE1-A10E-B283CCC8AFC5}" type="datetimeFigureOut">
              <a:rPr lang="en-US" smtClean="0"/>
              <a:t>10/27/2026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A0B62FE3-5B93-45E0-B439-973D997EF111}" type="slidenum">
              <a:rPr lang="en-US" smtClean="0"/>
              <a:t>‹#›</a:t>
            </a:fld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7E1FCC9-2D1D-9C6B-8C9A-E3D0A77DBEF0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19100" y="2705101"/>
            <a:ext cx="8801100" cy="2947550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>
                <a:solidFill>
                  <a:schemeClr val="tx1"/>
                </a:solidFill>
              </a:defRPr>
            </a:lvl1pPr>
            <a:lvl2pPr>
              <a:defRPr lang="en-US" dirty="0">
                <a:solidFill>
                  <a:schemeClr val="tx1"/>
                </a:solidFill>
              </a:defRPr>
            </a:lvl2pPr>
            <a:lvl3pPr>
              <a:defRPr lang="en-US" dirty="0">
                <a:solidFill>
                  <a:schemeClr val="tx1"/>
                </a:solidFill>
              </a:defRPr>
            </a:lvl3pPr>
            <a:lvl4pPr>
              <a:defRPr lang="en-US" dirty="0">
                <a:solidFill>
                  <a:schemeClr val="tx1"/>
                </a:solidFill>
              </a:defRPr>
            </a:lvl4pPr>
            <a:lvl5pPr>
              <a:defRPr lang="en-US" dirty="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73660270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clusion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red and purple light&#10;&#10;AI-generated content may be incorrect.">
            <a:extLst>
              <a:ext uri="{FF2B5EF4-FFF2-40B4-BE49-F238E27FC236}">
                <a16:creationId xmlns:a16="http://schemas.microsoft.com/office/drawing/2014/main" id="{86565871-9318-EC0D-5245-A159818CA83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7892"/>
          <a:stretch>
            <a:fillRect/>
          </a:stretch>
        </p:blipFill>
        <p:spPr>
          <a:xfrm flipH="1">
            <a:off x="-1" y="0"/>
            <a:ext cx="12191999" cy="6858000"/>
          </a:xfrm>
          <a:prstGeom prst="rect">
            <a:avLst/>
          </a:prstGeom>
        </p:spPr>
      </p:pic>
      <p:sp>
        <p:nvSpPr>
          <p:cNvPr id="9" name="Title 8">
            <a:extLst>
              <a:ext uri="{FF2B5EF4-FFF2-40B4-BE49-F238E27FC236}">
                <a16:creationId xmlns:a16="http://schemas.microsoft.com/office/drawing/2014/main" id="{687F1B09-5020-D2DD-189E-7226AD2329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0792" y="2704772"/>
            <a:ext cx="5465660" cy="2733384"/>
          </a:xfrm>
        </p:spPr>
        <p:txBody>
          <a:bodyPr/>
          <a:lstStyle>
            <a:lvl1pPr>
              <a:defRPr sz="72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D9E983A8-CA14-4FE1-A10E-B283CCC8AFC5}" type="datetimeFigureOut">
              <a:rPr lang="en-US" smtClean="0"/>
              <a:t>10/27/2026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A0B62FE3-5B93-45E0-B439-973D997EF111}" type="slidenum">
              <a:rPr lang="en-US" smtClean="0"/>
              <a:t>‹#›</a:t>
            </a:fld>
            <a:endParaRPr lang="en-US"/>
          </a:p>
        </p:txBody>
      </p:sp>
      <p:sp>
        <p:nvSpPr>
          <p:cNvPr id="12" name="Content Placeholder 11">
            <a:extLst>
              <a:ext uri="{FF2B5EF4-FFF2-40B4-BE49-F238E27FC236}">
                <a16:creationId xmlns:a16="http://schemas.microsoft.com/office/drawing/2014/main" id="{8492B719-9068-0A96-E408-4EB3E9F85BE9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6305550" y="2705100"/>
            <a:ext cx="4410075" cy="156210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6887021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75BFB69-9245-EC58-F1DE-FEB625BD33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0791" y="1113510"/>
            <a:ext cx="9942409" cy="876193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516AFD5-5144-C460-0CA4-644BC4A93C0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29417" y="2133600"/>
            <a:ext cx="9942409" cy="43053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4E1B7C8-DA74-800B-EE14-A39E9DB32DE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32393" y="214858"/>
            <a:ext cx="2726376" cy="33832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rtl="0">
              <a:defRPr sz="700" cap="all" baseline="0"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95753E-AF8A-7E04-8A1A-205B755A021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801100" y="214858"/>
            <a:ext cx="1920240" cy="33832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rtl="0">
              <a:defRPr sz="700" cap="all" baseline="0">
                <a:solidFill>
                  <a:schemeClr val="tx1"/>
                </a:solidFill>
              </a:defRPr>
            </a:lvl1pPr>
          </a:lstStyle>
          <a:p>
            <a:fld id="{D9E983A8-CA14-4FE1-A10E-B283CCC8AFC5}" type="datetimeFigureOut">
              <a:rPr lang="en-US" smtClean="0"/>
              <a:t>10/27/2026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C1647D-0DF0-CA1B-F723-EF7B8F508DB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91657" y="214858"/>
            <a:ext cx="555948" cy="33832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rtl="0">
              <a:defRPr sz="700" cap="all" baseline="0">
                <a:solidFill>
                  <a:schemeClr val="tx1"/>
                </a:solidFill>
              </a:defRPr>
            </a:lvl1pPr>
          </a:lstStyle>
          <a:p>
            <a:fld id="{A0B62FE3-5B93-45E0-B439-973D997EF11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412317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01" r:id="rId1"/>
    <p:sldLayoutId id="2147483702" r:id="rId2"/>
    <p:sldLayoutId id="2147483703" r:id="rId3"/>
    <p:sldLayoutId id="2147483704" r:id="rId4"/>
    <p:sldLayoutId id="2147483705" r:id="rId5"/>
    <p:sldLayoutId id="2147483706" r:id="rId6"/>
    <p:sldLayoutId id="2147483707" r:id="rId7"/>
    <p:sldLayoutId id="2147483708" r:id="rId8"/>
    <p:sldLayoutId id="2147483709" r:id="rId9"/>
    <p:sldLayoutId id="2147483710" r:id="rId10"/>
    <p:sldLayoutId id="2147483711" r:id="rId11"/>
    <p:sldLayoutId id="2147483712" r:id="rId12"/>
    <p:sldLayoutId id="2147483713" r:id="rId13"/>
    <p:sldLayoutId id="2147483714" r:id="rId14"/>
    <p:sldLayoutId id="2147483715" r:id="rId15"/>
    <p:sldLayoutId id="2147483716" r:id="rId16"/>
    <p:sldLayoutId id="2147483717" r:id="rId17"/>
    <p:sldLayoutId id="2147483718" r:id="rId18"/>
    <p:sldLayoutId id="2147483719" r:id="rId19"/>
    <p:sldLayoutId id="2147483720" r:id="rId20"/>
    <p:sldLayoutId id="2147483721" r:id="rId21"/>
    <p:sldLayoutId id="2147483722" r:id="rId22"/>
    <p:sldLayoutId id="2147483723" r:id="rId23"/>
    <p:sldLayoutId id="2147483724" r:id="rId24"/>
    <p:sldLayoutId id="2147483725" r:id="rId25"/>
    <p:sldLayoutId id="2147483726" r:id="rId26"/>
    <p:sldLayoutId id="2147483727" r:id="rId27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3000" b="0" kern="1200" spc="-110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None/>
        <a:defRPr sz="1400" kern="1200">
          <a:solidFill>
            <a:schemeClr val="tx1"/>
          </a:solidFill>
          <a:latin typeface="+mn-lt"/>
          <a:ea typeface="+mn-ea"/>
          <a:cs typeface="+mn-cs"/>
        </a:defRPr>
      </a:lvl1pPr>
      <a:lvl2pPr marL="228600" indent="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None/>
        <a:defRPr sz="1400" kern="1200">
          <a:solidFill>
            <a:schemeClr val="tx1"/>
          </a:solidFill>
          <a:latin typeface="+mn-lt"/>
          <a:ea typeface="+mn-ea"/>
          <a:cs typeface="+mn-cs"/>
        </a:defRPr>
      </a:lvl2pPr>
      <a:lvl3pPr marL="457200" indent="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None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685800" indent="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None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914400" indent="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None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3" pos="264">
          <p15:clr>
            <a:srgbClr val="F26B43"/>
          </p15:clr>
        </p15:guide>
        <p15:guide id="4" orient="horz" pos="264">
          <p15:clr>
            <a:srgbClr val="F26B43"/>
          </p15:clr>
        </p15:guide>
        <p15:guide id="5" pos="7416">
          <p15:clr>
            <a:srgbClr val="F26B43"/>
          </p15:clr>
        </p15:guide>
        <p15:guide id="12" pos="4632">
          <p15:clr>
            <a:srgbClr val="F26B43"/>
          </p15:clr>
        </p15:guide>
        <p15:guide id="13" pos="5544">
          <p15:clr>
            <a:srgbClr val="F26B43"/>
          </p15:clr>
        </p15:guide>
        <p15:guide id="26" pos="2784">
          <p15:clr>
            <a:srgbClr val="F26B43"/>
          </p15:clr>
        </p15:guide>
        <p15:guide id="27" pos="3048">
          <p15:clr>
            <a:srgbClr val="F26B43"/>
          </p15:clr>
        </p15:guide>
        <p15:guide id="29" pos="3960">
          <p15:clr>
            <a:srgbClr val="F26B43"/>
          </p15:clr>
        </p15:guide>
        <p15:guide id="30" pos="1176">
          <p15:clr>
            <a:srgbClr val="F26B43"/>
          </p15:clr>
        </p15:guide>
        <p15:guide id="31" pos="912">
          <p15:clr>
            <a:srgbClr val="F26B43"/>
          </p15:clr>
        </p15:guide>
        <p15:guide id="32" pos="3696">
          <p15:clr>
            <a:srgbClr val="F26B43"/>
          </p15:clr>
        </p15:guide>
        <p15:guide id="33" pos="1848">
          <p15:clr>
            <a:srgbClr val="F26B43"/>
          </p15:clr>
        </p15:guide>
        <p15:guide id="34" pos="2112">
          <p15:clr>
            <a:srgbClr val="F26B43"/>
          </p15:clr>
        </p15:guide>
        <p15:guide id="36" pos="6528">
          <p15:clr>
            <a:srgbClr val="F26B43"/>
          </p15:clr>
        </p15:guide>
        <p15:guide id="37" pos="6744">
          <p15:clr>
            <a:srgbClr val="F26B43"/>
          </p15:clr>
        </p15:guide>
        <p15:guide id="42" orient="horz" pos="3936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microsoft.com/office/2007/relationships/diagramDrawing" Target="../diagrams/drawing1.xml"/><Relationship Id="rId3" Type="http://schemas.openxmlformats.org/officeDocument/2006/relationships/hyperlink" Target="https://svgsilh.com/pt/image/2151496.html" TargetMode="External"/><Relationship Id="rId7" Type="http://schemas.openxmlformats.org/officeDocument/2006/relationships/diagramColors" Target="../diagrams/colors1.xml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8.xml"/><Relationship Id="rId6" Type="http://schemas.openxmlformats.org/officeDocument/2006/relationships/diagramQuickStyle" Target="../diagrams/quickStyle1.xml"/><Relationship Id="rId5" Type="http://schemas.openxmlformats.org/officeDocument/2006/relationships/diagramLayout" Target="../diagrams/layout1.xml"/><Relationship Id="rId4" Type="http://schemas.openxmlformats.org/officeDocument/2006/relationships/diagramData" Target="../diagrams/data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A0CD12-FEC7-4976-F3FD-C46A72BF9AF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751871" y="1820486"/>
            <a:ext cx="5343988" cy="2762187"/>
          </a:xfrm>
        </p:spPr>
        <p:txBody>
          <a:bodyPr/>
          <a:lstStyle/>
          <a:p>
            <a:pPr algn="r"/>
            <a:r>
              <a:rPr lang="en-US" b="1" dirty="0" err="1"/>
              <a:t>Proyect</a:t>
            </a:r>
            <a:r>
              <a:rPr lang="en-US" b="1" dirty="0"/>
              <a:t>: </a:t>
            </a:r>
            <a:r>
              <a:rPr lang="en-US" b="1" dirty="0" err="1"/>
              <a:t>FinanceGuard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F19B068-F907-82DA-6D44-541B3198145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168096" y="4582673"/>
            <a:ext cx="3830874" cy="1496616"/>
          </a:xfrm>
        </p:spPr>
        <p:txBody>
          <a:bodyPr/>
          <a:lstStyle/>
          <a:p>
            <a:pPr algn="r"/>
            <a:r>
              <a:rPr lang="es-CO" dirty="0" err="1"/>
              <a:t>By</a:t>
            </a:r>
            <a:r>
              <a:rPr lang="es-CO" dirty="0"/>
              <a:t>: </a:t>
            </a:r>
          </a:p>
          <a:p>
            <a:pPr algn="r"/>
            <a:r>
              <a:rPr lang="es-CO" dirty="0"/>
              <a:t>Sara Henao</a:t>
            </a:r>
          </a:p>
          <a:p>
            <a:pPr algn="r"/>
            <a:r>
              <a:rPr lang="es-CO" i="1" dirty="0"/>
              <a:t>Data </a:t>
            </a:r>
            <a:r>
              <a:rPr lang="es-CO" i="1" dirty="0" err="1"/>
              <a:t>scientist</a:t>
            </a:r>
            <a:endParaRPr lang="en-US" i="1" dirty="0"/>
          </a:p>
        </p:txBody>
      </p:sp>
    </p:spTree>
    <p:extLst>
      <p:ext uri="{BB962C8B-B14F-4D97-AF65-F5344CB8AC3E}">
        <p14:creationId xmlns:p14="http://schemas.microsoft.com/office/powerpoint/2010/main" val="88111126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F8E01B-4D6D-0733-C8DE-F63F878215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9100" y="1115568"/>
            <a:ext cx="3105335" cy="1636510"/>
          </a:xfrm>
        </p:spPr>
        <p:txBody>
          <a:bodyPr anchor="t">
            <a:normAutofit/>
          </a:bodyPr>
          <a:lstStyle/>
          <a:p>
            <a:r>
              <a:rPr lang="es-CO" dirty="0"/>
              <a:t>Contexto</a:t>
            </a:r>
            <a:endParaRPr lang="en-US" dirty="0"/>
          </a:p>
        </p:txBody>
      </p:sp>
      <p:pic>
        <p:nvPicPr>
          <p:cNvPr id="6" name="Picture Placeholder 5">
            <a:extLst>
              <a:ext uri="{FF2B5EF4-FFF2-40B4-BE49-F238E27FC236}">
                <a16:creationId xmlns:a16="http://schemas.microsoft.com/office/drawing/2014/main" id="{980CB833-4028-65CA-3060-DBF96FD99352}"/>
              </a:ext>
            </a:extLst>
          </p:cNvPr>
          <p:cNvPicPr>
            <a:picLocks noGrp="1" noChangeAspect="1"/>
          </p:cNvPicPr>
          <p:nvPr>
            <p:ph type="pic" sz="quarter" idx="15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3"/>
              </a:ext>
            </a:extLst>
          </a:blip>
          <a:srcRect l="5498" r="5498"/>
          <a:stretch>
            <a:fillRect/>
          </a:stretch>
        </p:blipFill>
        <p:spPr>
          <a:xfrm>
            <a:off x="0" y="3017838"/>
            <a:ext cx="3417888" cy="3840162"/>
          </a:xfrm>
        </p:spPr>
      </p:pic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88DD3554-ED76-6360-DF86-A26C6D9A8E99}"/>
              </a:ext>
            </a:extLst>
          </p:cNvPr>
          <p:cNvGraphicFramePr>
            <a:graphicFrameLocks noGrp="1"/>
          </p:cNvGraphicFramePr>
          <p:nvPr>
            <p:ph sz="quarter" idx="14"/>
            <p:extLst>
              <p:ext uri="{D42A27DB-BD31-4B8C-83A1-F6EECF244321}">
                <p14:modId xmlns:p14="http://schemas.microsoft.com/office/powerpoint/2010/main" val="1296050942"/>
              </p:ext>
            </p:extLst>
          </p:nvPr>
        </p:nvGraphicFramePr>
        <p:xfrm>
          <a:off x="4055522" y="1104901"/>
          <a:ext cx="7476571" cy="533399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</p:spTree>
    <p:extLst>
      <p:ext uri="{BB962C8B-B14F-4D97-AF65-F5344CB8AC3E}">
        <p14:creationId xmlns:p14="http://schemas.microsoft.com/office/powerpoint/2010/main" val="54970643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6B1C33-A009-0C9C-DAC1-E2E7249330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9416" y="419100"/>
            <a:ext cx="9942409" cy="876193"/>
          </a:xfrm>
        </p:spPr>
        <p:txBody>
          <a:bodyPr/>
          <a:lstStyle/>
          <a:p>
            <a:r>
              <a:rPr lang="es-CO" dirty="0" err="1"/>
              <a:t>Methodology</a:t>
            </a:r>
            <a:br>
              <a:rPr lang="es-CO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A9843B3-1CFC-0379-6BAC-41AD33FFCD1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19350" y="992278"/>
            <a:ext cx="9942409" cy="1227243"/>
          </a:xfrm>
        </p:spPr>
        <p:txBody>
          <a:bodyPr/>
          <a:lstStyle/>
          <a:p>
            <a:r>
              <a:rPr lang="en-US" dirty="0"/>
              <a:t>3 milestones: Data cleaning and exploration (EDA) were performed, and supervised models were developed, including logistic regression, Random Forest, XGBOOST, </a:t>
            </a:r>
            <a:r>
              <a:rPr lang="en-US" dirty="0" err="1"/>
              <a:t>LightGBM</a:t>
            </a:r>
            <a:r>
              <a:rPr lang="en-US" dirty="0"/>
              <a:t>, </a:t>
            </a:r>
            <a:r>
              <a:rPr lang="en-US" dirty="0" err="1"/>
              <a:t>CatBoost</a:t>
            </a:r>
            <a:r>
              <a:rPr lang="en-US" dirty="0"/>
              <a:t>, and Stacking (XGBOOST, </a:t>
            </a:r>
            <a:r>
              <a:rPr lang="en-US" dirty="0" err="1"/>
              <a:t>LightGBM</a:t>
            </a:r>
            <a:r>
              <a:rPr lang="en-US" dirty="0"/>
              <a:t>, </a:t>
            </a:r>
            <a:r>
              <a:rPr lang="en-US" dirty="0" err="1"/>
              <a:t>CatBoost</a:t>
            </a:r>
            <a:r>
              <a:rPr lang="en-US" dirty="0"/>
              <a:t>), as well as the development of unsupervised models—K-Means and DBSCAN—for customer segmentation and profile identification using dimensionality reduction techniques such as PCA (Principal Component Analysis) and t-SNE. 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661BA025-E8CD-3887-4F30-C49B166F601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53232" y="2460189"/>
            <a:ext cx="4895051" cy="3773152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7B8232B8-1209-7B6D-8750-E6D6398BF983}"/>
              </a:ext>
            </a:extLst>
          </p:cNvPr>
          <p:cNvSpPr txBox="1"/>
          <p:nvPr/>
        </p:nvSpPr>
        <p:spPr>
          <a:xfrm>
            <a:off x="6998893" y="2959063"/>
            <a:ext cx="4454012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Financial Impact:</a:t>
            </a:r>
          </a:p>
          <a:p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Total annual loss of deposit capacity:</a:t>
            </a:r>
          </a:p>
          <a:p>
            <a:r>
              <a:rPr lang="en-US" dirty="0"/>
              <a:t>	€185,588,094.63</a:t>
            </a:r>
          </a:p>
          <a:p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Average annual loss of deposit capacity per customer:  </a:t>
            </a:r>
          </a:p>
          <a:p>
            <a:r>
              <a:rPr lang="en-US" dirty="0"/>
              <a:t>	€91,108.54</a:t>
            </a:r>
            <a:br>
              <a:rPr lang="en-US" dirty="0"/>
            </a:b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4407380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8BBFF3-60AE-1D67-C93E-74EF7C3B8C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2133" y="258104"/>
            <a:ext cx="9942409" cy="876193"/>
          </a:xfrm>
        </p:spPr>
        <p:txBody>
          <a:bodyPr>
            <a:normAutofit fontScale="90000"/>
          </a:bodyPr>
          <a:lstStyle/>
          <a:p>
            <a:r>
              <a:rPr lang="es-CO" dirty="0"/>
              <a:t>Key </a:t>
            </a:r>
            <a:r>
              <a:rPr lang="es-CO" dirty="0" err="1"/>
              <a:t>findings</a:t>
            </a:r>
            <a:r>
              <a:rPr lang="es-CO" dirty="0"/>
              <a:t>:</a:t>
            </a:r>
            <a:br>
              <a:rPr lang="en-US" dirty="0"/>
            </a:br>
            <a:br>
              <a:rPr lang="en-US" dirty="0"/>
            </a:br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AC67319D-6F32-C0E5-7435-F375F9C547F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9082" y="855407"/>
            <a:ext cx="10346738" cy="5445842"/>
          </a:xfrm>
        </p:spPr>
        <p:txBody>
          <a:bodyPr>
            <a:normAutofit/>
          </a:bodyPr>
          <a:lstStyle/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sz="1800" dirty="0"/>
              <a:t>Optimization of the logistic regression base model using the Youden index, increasing its recall from 19% to 68% with a classification accuracy of 77% (ROC-AUC)</a:t>
            </a:r>
            <a:endParaRPr lang="en-US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272C884-801B-7E00-B290-B6FF81637CF4}"/>
              </a:ext>
            </a:extLst>
          </p:cNvPr>
          <p:cNvSpPr txBox="1"/>
          <p:nvPr/>
        </p:nvSpPr>
        <p:spPr>
          <a:xfrm>
            <a:off x="9684774" y="3303639"/>
            <a:ext cx="184846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dirty="0"/>
              <a:t>ROC_AUC = 0.77</a:t>
            </a:r>
            <a:endParaRPr lang="en-US" dirty="0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832230B9-123A-B05F-D0B7-F7FBA96853D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85198" y="1731600"/>
            <a:ext cx="6211167" cy="46583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8257116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0D04EB-B8E3-1B86-5479-45C82ED649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9417" y="641562"/>
            <a:ext cx="9942409" cy="876193"/>
          </a:xfrm>
        </p:spPr>
        <p:txBody>
          <a:bodyPr/>
          <a:lstStyle/>
          <a:p>
            <a:r>
              <a:rPr lang="es-CO" dirty="0"/>
              <a:t>Best predictive </a:t>
            </a:r>
            <a:r>
              <a:rPr lang="es-CO" dirty="0" err="1"/>
              <a:t>model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3970403-1EE7-6CDD-1967-18925427741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03043" y="1734064"/>
            <a:ext cx="9942409" cy="4305300"/>
          </a:xfrm>
        </p:spPr>
        <p:txBody>
          <a:bodyPr/>
          <a:lstStyle/>
          <a:p>
            <a:r>
              <a:rPr lang="en-US" sz="1600" dirty="0"/>
              <a:t>Best supervised model: Stacking (</a:t>
            </a:r>
            <a:r>
              <a:rPr lang="en-US" sz="1600" dirty="0" err="1"/>
              <a:t>XGBoost</a:t>
            </a:r>
            <a:r>
              <a:rPr lang="en-US" sz="1600" dirty="0"/>
              <a:t> + </a:t>
            </a:r>
            <a:r>
              <a:rPr lang="en-US" sz="1600" dirty="0" err="1"/>
              <a:t>LightGBM</a:t>
            </a:r>
            <a:r>
              <a:rPr lang="en-US" sz="1600" dirty="0"/>
              <a:t> + </a:t>
            </a:r>
            <a:r>
              <a:rPr lang="en-US" sz="1600" dirty="0" err="1"/>
              <a:t>CatBoost</a:t>
            </a:r>
            <a:r>
              <a:rPr lang="en-US" sz="1600" dirty="0"/>
              <a:t>) with an ROC-AUC of 0.872 and a recall of 0.7838. It tied with </a:t>
            </a:r>
            <a:r>
              <a:rPr lang="en-US" sz="1600" dirty="0" err="1"/>
              <a:t>LightGBM</a:t>
            </a:r>
            <a:r>
              <a:rPr lang="en-US" sz="1600" dirty="0"/>
              <a:t> and was surpassed by only a 1.48% difference in recall. In financial terms, this difference represents the identification of €2.7 million per year.</a:t>
            </a:r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726317A-3358-2D00-0F87-948DBD1737A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9417" y="3429000"/>
            <a:ext cx="11211765" cy="21237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0805979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78DF44-C1FD-B57F-6B50-904919B572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9417" y="419100"/>
            <a:ext cx="9942409" cy="876193"/>
          </a:xfrm>
        </p:spPr>
        <p:txBody>
          <a:bodyPr/>
          <a:lstStyle/>
          <a:p>
            <a:r>
              <a:rPr lang="es-CO" dirty="0" err="1"/>
              <a:t>Proposed</a:t>
            </a:r>
            <a:r>
              <a:rPr lang="es-CO" dirty="0"/>
              <a:t> </a:t>
            </a:r>
            <a:r>
              <a:rPr lang="es-CO" dirty="0" err="1"/>
              <a:t>Actions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55373F5-4253-A05D-D305-1C171C17041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9417" y="1012723"/>
            <a:ext cx="9942409" cy="5426177"/>
          </a:xfrm>
        </p:spPr>
        <p:txBody>
          <a:bodyPr/>
          <a:lstStyle/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sz="1600" dirty="0"/>
              <a:t>Segmentation: K-Means with K=3 identifies a high-risk cluster (Germany, 32.4% churn) compared to 16% in other segments. Identification of specific at-risk profiles using t-NSE could contribute up to 1.48% toward reducing overall </a:t>
            </a:r>
            <a:r>
              <a:rPr lang="en-US" sz="1600" dirty="0" err="1"/>
              <a:t>churn.Key</a:t>
            </a:r>
            <a:r>
              <a:rPr lang="en-US" sz="1600" dirty="0"/>
              <a:t> Variables: Geography, Balance, </a:t>
            </a:r>
            <a:r>
              <a:rPr lang="en-US" sz="1600" dirty="0" err="1"/>
              <a:t>NumOfProducts</a:t>
            </a:r>
            <a:r>
              <a:rPr lang="en-US" sz="1600" dirty="0"/>
              <a:t>, and </a:t>
            </a:r>
            <a:r>
              <a:rPr lang="en-US" sz="1600" dirty="0" err="1"/>
              <a:t>IsActiveMember</a:t>
            </a:r>
            <a:r>
              <a:rPr lang="en-US" sz="1600" dirty="0"/>
              <a:t> are the most important predictors in the segmentation.</a:t>
            </a:r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6F937FD-4124-A215-82E1-37CE0F82701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35059" y="2722576"/>
            <a:ext cx="5854979" cy="38638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8386944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A0A158-E2BB-710D-D347-30CAC77283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0791" y="346593"/>
            <a:ext cx="9942409" cy="876193"/>
          </a:xfrm>
        </p:spPr>
        <p:txBody>
          <a:bodyPr/>
          <a:lstStyle/>
          <a:p>
            <a:r>
              <a:rPr lang="es-CO" dirty="0" err="1"/>
              <a:t>Proposed</a:t>
            </a:r>
            <a:r>
              <a:rPr lang="es-CO" dirty="0"/>
              <a:t> </a:t>
            </a:r>
            <a:r>
              <a:rPr lang="es-CO" dirty="0" err="1"/>
              <a:t>Actions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C3B0FD1-1761-216D-8F8F-D2AF2FFEEC6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56897" y="1265084"/>
            <a:ext cx="7835103" cy="5196348"/>
          </a:xfrm>
        </p:spPr>
        <p:txBody>
          <a:bodyPr>
            <a:normAutofit/>
          </a:bodyPr>
          <a:lstStyle/>
          <a:p>
            <a:pPr lvl="0"/>
            <a:r>
              <a:rPr lang="en-US" sz="1600" b="1" dirty="0"/>
              <a:t>Cluster 0: </a:t>
            </a:r>
            <a:r>
              <a:rPr lang="en-US" sz="1600" dirty="0"/>
              <a:t>Priority focus on retention strategies, review of the German experience, and possible product/price adjustments. Total customers: 25.09% (2,509) with a 32.4% churn rate; accounts for 8.13% of the 20% churn rate</a:t>
            </a:r>
          </a:p>
          <a:p>
            <a:pPr lvl="0"/>
            <a:r>
              <a:rPr lang="en-US" sz="1600" b="1" dirty="0"/>
              <a:t>Clusters 1 and 2:</a:t>
            </a:r>
            <a:r>
              <a:rPr lang="en-US" sz="1600" dirty="0"/>
              <a:t> With churn rates below 20%, these clusters are stable and suitable for growth strategies, benchmarking, and cross-selling, without neglecting basic retention.</a:t>
            </a:r>
          </a:p>
          <a:p>
            <a:pPr lvl="0"/>
            <a:r>
              <a:rPr lang="en-US" sz="1600" b="1" dirty="0"/>
              <a:t>DBSCAN</a:t>
            </a:r>
            <a:r>
              <a:rPr lang="en-US" sz="1600" dirty="0"/>
              <a:t> generated many outliers (homogeneous data) in this dataset; K-Means proved more useful for actionable segmentation.</a:t>
            </a:r>
          </a:p>
          <a:p>
            <a:pPr lvl="0"/>
            <a:r>
              <a:rPr lang="en-US" sz="1600" b="1" dirty="0"/>
              <a:t>T-SNE</a:t>
            </a:r>
            <a:r>
              <a:rPr lang="en-US" sz="1600" dirty="0"/>
              <a:t> can complement K-Means segmentation. By taking action on specific groups, for example: one of the clusters that visually has the highest concentration of churn is selected—the one located between the coordinates for t-SNE1 [25–50] and t-SNE2 [50–75]—which has a local churn rate of 53% for a cluster of 277 customers. This would ultimately contribute 1.47% to the overall churn rate, out of the 5% target.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9739100-1EC2-5EA0-16D9-CA37FE20E87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0677" y="1265084"/>
            <a:ext cx="4046220" cy="268681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9B5EA800-AD5F-F6DB-BB77-FC87F9BB307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0677" y="3994200"/>
            <a:ext cx="4046220" cy="26793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0656487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815FC5-55BF-98F9-910C-09E2AA53E8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O" dirty="0" err="1"/>
              <a:t>Bibliography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56CC86B-43EB-4EB8-D4FB-729A6EB08B4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[1] A. Gallo, "The Value of Keeping the Right Customers," Harvard Business Review, 2014.</a:t>
            </a:r>
          </a:p>
        </p:txBody>
      </p:sp>
    </p:spTree>
    <p:extLst>
      <p:ext uri="{BB962C8B-B14F-4D97-AF65-F5344CB8AC3E}">
        <p14:creationId xmlns:p14="http://schemas.microsoft.com/office/powerpoint/2010/main" val="2886916051"/>
      </p:ext>
    </p:extLst>
  </p:cSld>
  <p:clrMapOvr>
    <a:masterClrMapping/>
  </p:clrMapOvr>
</p:sld>
</file>

<file path=ppt/theme/theme1.xml><?xml version="1.0" encoding="utf-8"?>
<a:theme xmlns:a="http://schemas.openxmlformats.org/drawingml/2006/main" name="Film Burn">
  <a:themeElements>
    <a:clrScheme name="Custom 2">
      <a:dk1>
        <a:srgbClr val="09090C"/>
      </a:dk1>
      <a:lt1>
        <a:sysClr val="window" lastClr="FFFFFF"/>
      </a:lt1>
      <a:dk2>
        <a:srgbClr val="000000"/>
      </a:dk2>
      <a:lt2>
        <a:srgbClr val="F9EFEC"/>
      </a:lt2>
      <a:accent1>
        <a:srgbClr val="CB49B2"/>
      </a:accent1>
      <a:accent2>
        <a:srgbClr val="7C3191"/>
      </a:accent2>
      <a:accent3>
        <a:srgbClr val="E95D48"/>
      </a:accent3>
      <a:accent4>
        <a:srgbClr val="F08E6B"/>
      </a:accent4>
      <a:accent5>
        <a:srgbClr val="D93752"/>
      </a:accent5>
      <a:accent6>
        <a:srgbClr val="EE7345"/>
      </a:accent6>
      <a:hlink>
        <a:srgbClr val="CB49B2"/>
      </a:hlink>
      <a:folHlink>
        <a:srgbClr val="E95D48"/>
      </a:folHlink>
    </a:clrScheme>
    <a:fontScheme name="Neue Haas">
      <a:majorFont>
        <a:latin typeface="Neue Haas Grotesk Text Pro"/>
        <a:ea typeface=""/>
        <a:cs typeface=""/>
      </a:majorFont>
      <a:minorFont>
        <a:latin typeface="Neue Haas Grotesk Text Pr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ilm burn" id="{4524321E-1019-4E52-AA1C-5D37B75CD749}" vid="{4A46179B-AA1B-40E1-9320-430DA2EBD8EF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Film Burn</Template>
  <TotalTime>648</TotalTime>
  <Words>617</Words>
  <Application>Microsoft Office PowerPoint</Application>
  <PresentationFormat>Widescreen</PresentationFormat>
  <Paragraphs>31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Neue Haas Grotesk Text Pro</vt:lpstr>
      <vt:lpstr>Film Burn</vt:lpstr>
      <vt:lpstr>Proyect: FinanceGuard</vt:lpstr>
      <vt:lpstr>Contexto</vt:lpstr>
      <vt:lpstr>Methodology </vt:lpstr>
      <vt:lpstr>Key findings:  </vt:lpstr>
      <vt:lpstr>Best predictive model</vt:lpstr>
      <vt:lpstr>Proposed Actions</vt:lpstr>
      <vt:lpstr>Proposed Actions</vt:lpstr>
      <vt:lpstr>Bibliography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Sara Henao</dc:creator>
  <cp:lastModifiedBy>Sara Henao</cp:lastModifiedBy>
  <cp:revision>5</cp:revision>
  <dcterms:created xsi:type="dcterms:W3CDTF">2026-08-05T01:17:34Z</dcterms:created>
  <dcterms:modified xsi:type="dcterms:W3CDTF">2026-10-27T21:42:22Z</dcterms:modified>
</cp:coreProperties>
</file>